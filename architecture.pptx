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6CD344-C910-48B7-BAC1-9FA9514E7392}" v="61" dt="2025-11-30T14:46:15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 Mittal" userId="bbd4e9c548ee0ee5" providerId="LiveId" clId="{7DF01352-C70F-456E-94BB-D4F516E3CA49}"/>
    <pc:docChg chg="undo redo custSel addSld modSld">
      <pc:chgData name="Akshat Mittal" userId="bbd4e9c548ee0ee5" providerId="LiveId" clId="{7DF01352-C70F-456E-94BB-D4F516E3CA49}" dt="2025-11-30T14:47:13.916" v="1686" actId="207"/>
      <pc:docMkLst>
        <pc:docMk/>
      </pc:docMkLst>
      <pc:sldChg chg="addSp delSp modSp mod">
        <pc:chgData name="Akshat Mittal" userId="bbd4e9c548ee0ee5" providerId="LiveId" clId="{7DF01352-C70F-456E-94BB-D4F516E3CA49}" dt="2025-11-30T14:47:13.916" v="1686" actId="207"/>
        <pc:sldMkLst>
          <pc:docMk/>
          <pc:sldMk cId="87819609" sldId="257"/>
        </pc:sldMkLst>
        <pc:spChg chg="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9" creationId="{D2FE7B43-894D-55C9-3511-F0E65E26B75B}"/>
          </ac:spMkLst>
        </pc:spChg>
        <pc:spChg chg="del">
          <ac:chgData name="Akshat Mittal" userId="bbd4e9c548ee0ee5" providerId="LiveId" clId="{7DF01352-C70F-456E-94BB-D4F516E3CA49}" dt="2025-11-30T14:26:16.109" v="1062" actId="478"/>
          <ac:spMkLst>
            <pc:docMk/>
            <pc:sldMk cId="87819609" sldId="257"/>
            <ac:spMk id="10" creationId="{BEF7734E-A4E4-7F26-B344-CBC649277680}"/>
          </ac:spMkLst>
        </pc:spChg>
        <pc:spChg chg="add del mod">
          <ac:chgData name="Akshat Mittal" userId="bbd4e9c548ee0ee5" providerId="LiveId" clId="{7DF01352-C70F-456E-94BB-D4F516E3CA49}" dt="2025-11-30T13:45:25.077" v="4" actId="478"/>
          <ac:spMkLst>
            <pc:docMk/>
            <pc:sldMk cId="87819609" sldId="257"/>
            <ac:spMk id="26" creationId="{BBE9BEAA-7819-8D05-AB11-672A1AA51B3F}"/>
          </ac:spMkLst>
        </pc:spChg>
        <pc:spChg chg="add del mod">
          <ac:chgData name="Akshat Mittal" userId="bbd4e9c548ee0ee5" providerId="LiveId" clId="{7DF01352-C70F-456E-94BB-D4F516E3CA49}" dt="2025-11-30T13:46:46.140" v="12" actId="478"/>
          <ac:spMkLst>
            <pc:docMk/>
            <pc:sldMk cId="87819609" sldId="257"/>
            <ac:spMk id="29" creationId="{0FA1E07D-7093-7794-A99D-078BB5EAAA0C}"/>
          </ac:spMkLst>
        </pc:spChg>
        <pc:spChg chg="add del mod">
          <ac:chgData name="Akshat Mittal" userId="bbd4e9c548ee0ee5" providerId="LiveId" clId="{7DF01352-C70F-456E-94BB-D4F516E3CA49}" dt="2025-11-30T13:56:48.895" v="161" actId="478"/>
          <ac:spMkLst>
            <pc:docMk/>
            <pc:sldMk cId="87819609" sldId="257"/>
            <ac:spMk id="53" creationId="{7D940C0F-DE68-2361-74E1-F9FEBFFCA4FE}"/>
          </ac:spMkLst>
        </pc:spChg>
        <pc:spChg chg="add del mod">
          <ac:chgData name="Akshat Mittal" userId="bbd4e9c548ee0ee5" providerId="LiveId" clId="{7DF01352-C70F-456E-94BB-D4F516E3CA49}" dt="2025-11-30T13:59:51.618" v="183" actId="478"/>
          <ac:spMkLst>
            <pc:docMk/>
            <pc:sldMk cId="87819609" sldId="257"/>
            <ac:spMk id="58" creationId="{563C75CA-BCB3-4ECC-7B1D-64B503671E60}"/>
          </ac:spMkLst>
        </pc:spChg>
        <pc:spChg chg="add del mod">
          <ac:chgData name="Akshat Mittal" userId="bbd4e9c548ee0ee5" providerId="LiveId" clId="{7DF01352-C70F-456E-94BB-D4F516E3CA49}" dt="2025-11-30T14:03:41.231" v="227" actId="478"/>
          <ac:spMkLst>
            <pc:docMk/>
            <pc:sldMk cId="87819609" sldId="257"/>
            <ac:spMk id="66" creationId="{EFD8E727-3D18-BBDA-072A-3E634E7D7755}"/>
          </ac:spMkLst>
        </pc:spChg>
        <pc:spChg chg="add 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123" creationId="{3334063B-08FD-943E-0F9B-50236B037AE3}"/>
          </ac:spMkLst>
        </pc:spChg>
        <pc:spChg chg="add mod">
          <ac:chgData name="Akshat Mittal" userId="bbd4e9c548ee0ee5" providerId="LiveId" clId="{7DF01352-C70F-456E-94BB-D4F516E3CA49}" dt="2025-11-30T14:15:13.334" v="434" actId="255"/>
          <ac:spMkLst>
            <pc:docMk/>
            <pc:sldMk cId="87819609" sldId="257"/>
            <ac:spMk id="125" creationId="{8E14EA67-C5DF-5C00-3144-E4646485F3F4}"/>
          </ac:spMkLst>
        </pc:spChg>
        <pc:spChg chg="add 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126" creationId="{4B9C7503-92B4-9444-D3B1-546D8AFF7E3C}"/>
          </ac:spMkLst>
        </pc:spChg>
        <pc:spChg chg="add mod">
          <ac:chgData name="Akshat Mittal" userId="bbd4e9c548ee0ee5" providerId="LiveId" clId="{7DF01352-C70F-456E-94BB-D4F516E3CA49}" dt="2025-11-30T14:15:59.447" v="472" actId="1036"/>
          <ac:spMkLst>
            <pc:docMk/>
            <pc:sldMk cId="87819609" sldId="257"/>
            <ac:spMk id="127" creationId="{F825E1D5-4775-EC09-AB58-CE9569D68F73}"/>
          </ac:spMkLst>
        </pc:spChg>
        <pc:spChg chg="add 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128" creationId="{118D6BED-E756-B40D-BF59-A016D789B0F0}"/>
          </ac:spMkLst>
        </pc:spChg>
        <pc:spChg chg="add 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129" creationId="{3D761AA0-0C70-13F4-2976-BB137664EA0C}"/>
          </ac:spMkLst>
        </pc:spChg>
        <pc:spChg chg="add mod">
          <ac:chgData name="Akshat Mittal" userId="bbd4e9c548ee0ee5" providerId="LiveId" clId="{7DF01352-C70F-456E-94BB-D4F516E3CA49}" dt="2025-11-30T14:18:53.647" v="560" actId="20577"/>
          <ac:spMkLst>
            <pc:docMk/>
            <pc:sldMk cId="87819609" sldId="257"/>
            <ac:spMk id="135" creationId="{5FF9EB97-6530-1A0D-7747-288F4D7AD70F}"/>
          </ac:spMkLst>
        </pc:spChg>
        <pc:spChg chg="add 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136" creationId="{6ABC9857-9B73-3A29-6842-1DF195B6D58D}"/>
          </ac:spMkLst>
        </pc:spChg>
        <pc:spChg chg="add 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137" creationId="{C4A3F32E-21C0-5061-6855-A20245A428D0}"/>
          </ac:spMkLst>
        </pc:spChg>
        <pc:spChg chg="add 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138" creationId="{96CCB5F8-B42D-26B8-42FD-D65405312623}"/>
          </ac:spMkLst>
        </pc:spChg>
        <pc:spChg chg="add 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139" creationId="{0FD667E8-5EF2-CB3F-BA01-FD14A4336425}"/>
          </ac:spMkLst>
        </pc:spChg>
        <pc:spChg chg="add mod">
          <ac:chgData name="Akshat Mittal" userId="bbd4e9c548ee0ee5" providerId="LiveId" clId="{7DF01352-C70F-456E-94BB-D4F516E3CA49}" dt="2025-11-30T14:21:29.657" v="748" actId="1037"/>
          <ac:spMkLst>
            <pc:docMk/>
            <pc:sldMk cId="87819609" sldId="257"/>
            <ac:spMk id="140" creationId="{69174BA4-D216-9A5B-02D9-ED306BF3B870}"/>
          </ac:spMkLst>
        </pc:spChg>
        <pc:spChg chg="add del mod">
          <ac:chgData name="Akshat Mittal" userId="bbd4e9c548ee0ee5" providerId="LiveId" clId="{7DF01352-C70F-456E-94BB-D4F516E3CA49}" dt="2025-11-30T14:26:19.784" v="1063" actId="478"/>
          <ac:spMkLst>
            <pc:docMk/>
            <pc:sldMk cId="87819609" sldId="257"/>
            <ac:spMk id="142" creationId="{05727954-01FA-D0F9-D4FD-580CCE48AC16}"/>
          </ac:spMkLst>
        </pc:spChg>
        <pc:spChg chg="add mod">
          <ac:chgData name="Akshat Mittal" userId="bbd4e9c548ee0ee5" providerId="LiveId" clId="{7DF01352-C70F-456E-94BB-D4F516E3CA49}" dt="2025-11-30T14:22:43.372" v="829" actId="14100"/>
          <ac:spMkLst>
            <pc:docMk/>
            <pc:sldMk cId="87819609" sldId="257"/>
            <ac:spMk id="143" creationId="{1F9B099A-1723-6AD4-9974-654EDDB27CD3}"/>
          </ac:spMkLst>
        </pc:spChg>
        <pc:spChg chg="add del mod">
          <ac:chgData name="Akshat Mittal" userId="bbd4e9c548ee0ee5" providerId="LiveId" clId="{7DF01352-C70F-456E-94BB-D4F516E3CA49}" dt="2025-11-30T14:26:16.109" v="1062" actId="478"/>
          <ac:spMkLst>
            <pc:docMk/>
            <pc:sldMk cId="87819609" sldId="257"/>
            <ac:spMk id="144" creationId="{0CC57CF0-2E96-9689-7380-ADB2361CB241}"/>
          </ac:spMkLst>
        </pc:spChg>
        <pc:spChg chg="add del mod">
          <ac:chgData name="Akshat Mittal" userId="bbd4e9c548ee0ee5" providerId="LiveId" clId="{7DF01352-C70F-456E-94BB-D4F516E3CA49}" dt="2025-11-30T14:26:16.109" v="1062" actId="478"/>
          <ac:spMkLst>
            <pc:docMk/>
            <pc:sldMk cId="87819609" sldId="257"/>
            <ac:spMk id="145" creationId="{64748240-0E78-049F-2626-DBA6D29DB356}"/>
          </ac:spMkLst>
        </pc:spChg>
        <pc:spChg chg="add del mod">
          <ac:chgData name="Akshat Mittal" userId="bbd4e9c548ee0ee5" providerId="LiveId" clId="{7DF01352-C70F-456E-94BB-D4F516E3CA49}" dt="2025-11-30T14:26:16.109" v="1062" actId="478"/>
          <ac:spMkLst>
            <pc:docMk/>
            <pc:sldMk cId="87819609" sldId="257"/>
            <ac:spMk id="146" creationId="{4D50A694-2026-71B9-D192-3A1005B7ED42}"/>
          </ac:spMkLst>
        </pc:spChg>
        <pc:spChg chg="add del mod">
          <ac:chgData name="Akshat Mittal" userId="bbd4e9c548ee0ee5" providerId="LiveId" clId="{7DF01352-C70F-456E-94BB-D4F516E3CA49}" dt="2025-11-30T14:26:16.109" v="1062" actId="478"/>
          <ac:spMkLst>
            <pc:docMk/>
            <pc:sldMk cId="87819609" sldId="257"/>
            <ac:spMk id="147" creationId="{9FEAC953-71CC-7A4F-0EA8-1402A4862A10}"/>
          </ac:spMkLst>
        </pc:spChg>
        <pc:spChg chg="add mod">
          <ac:chgData name="Akshat Mittal" userId="bbd4e9c548ee0ee5" providerId="LiveId" clId="{7DF01352-C70F-456E-94BB-D4F516E3CA49}" dt="2025-11-30T14:25:22.765" v="1061" actId="20577"/>
          <ac:spMkLst>
            <pc:docMk/>
            <pc:sldMk cId="87819609" sldId="257"/>
            <ac:spMk id="148" creationId="{12B4917F-38C1-2D82-F885-90E70FAF7E67}"/>
          </ac:spMkLst>
        </pc:spChg>
        <pc:spChg chg="add mod">
          <ac:chgData name="Akshat Mittal" userId="bbd4e9c548ee0ee5" providerId="LiveId" clId="{7DF01352-C70F-456E-94BB-D4F516E3CA49}" dt="2025-11-30T14:27:23.460" v="1111" actId="14100"/>
          <ac:spMkLst>
            <pc:docMk/>
            <pc:sldMk cId="87819609" sldId="257"/>
            <ac:spMk id="149" creationId="{84D67CDC-4922-66EE-0A4F-B002C070045D}"/>
          </ac:spMkLst>
        </pc:spChg>
        <pc:spChg chg="add mod">
          <ac:chgData name="Akshat Mittal" userId="bbd4e9c548ee0ee5" providerId="LiveId" clId="{7DF01352-C70F-456E-94BB-D4F516E3CA49}" dt="2025-11-30T14:28:22.965" v="1126" actId="20577"/>
          <ac:spMkLst>
            <pc:docMk/>
            <pc:sldMk cId="87819609" sldId="257"/>
            <ac:spMk id="150" creationId="{74596B76-0F16-61CF-A1A8-F196EBE581F0}"/>
          </ac:spMkLst>
        </pc:spChg>
        <pc:spChg chg="add mod">
          <ac:chgData name="Akshat Mittal" userId="bbd4e9c548ee0ee5" providerId="LiveId" clId="{7DF01352-C70F-456E-94BB-D4F516E3CA49}" dt="2025-11-30T14:30:15.962" v="1246" actId="1036"/>
          <ac:spMkLst>
            <pc:docMk/>
            <pc:sldMk cId="87819609" sldId="257"/>
            <ac:spMk id="151" creationId="{9A2E9C0A-9A99-72BA-F515-261E5883226B}"/>
          </ac:spMkLst>
        </pc:spChg>
        <pc:spChg chg="add mod">
          <ac:chgData name="Akshat Mittal" userId="bbd4e9c548ee0ee5" providerId="LiveId" clId="{7DF01352-C70F-456E-94BB-D4F516E3CA49}" dt="2025-11-30T14:30:28.373" v="1258" actId="1035"/>
          <ac:spMkLst>
            <pc:docMk/>
            <pc:sldMk cId="87819609" sldId="257"/>
            <ac:spMk id="152" creationId="{0A96C3B7-355D-E6CB-7E15-2D22420CB078}"/>
          </ac:spMkLst>
        </pc:spChg>
        <pc:spChg chg="add mod">
          <ac:chgData name="Akshat Mittal" userId="bbd4e9c548ee0ee5" providerId="LiveId" clId="{7DF01352-C70F-456E-94BB-D4F516E3CA49}" dt="2025-11-30T14:27:53.037" v="1119" actId="1076"/>
          <ac:spMkLst>
            <pc:docMk/>
            <pc:sldMk cId="87819609" sldId="257"/>
            <ac:spMk id="153" creationId="{E0DC5780-EAD4-D9B4-57CA-B07A4626A960}"/>
          </ac:spMkLst>
        </pc:spChg>
        <pc:spChg chg="add mod">
          <ac:chgData name="Akshat Mittal" userId="bbd4e9c548ee0ee5" providerId="LiveId" clId="{7DF01352-C70F-456E-94BB-D4F516E3CA49}" dt="2025-11-30T14:30:15.962" v="1246" actId="1036"/>
          <ac:spMkLst>
            <pc:docMk/>
            <pc:sldMk cId="87819609" sldId="257"/>
            <ac:spMk id="154" creationId="{87A5D9C0-F722-8759-88F7-B9F03C7842C6}"/>
          </ac:spMkLst>
        </pc:spChg>
        <pc:spChg chg="add mod">
          <ac:chgData name="Akshat Mittal" userId="bbd4e9c548ee0ee5" providerId="LiveId" clId="{7DF01352-C70F-456E-94BB-D4F516E3CA49}" dt="2025-11-30T14:30:28.373" v="1258" actId="1035"/>
          <ac:spMkLst>
            <pc:docMk/>
            <pc:sldMk cId="87819609" sldId="257"/>
            <ac:spMk id="155" creationId="{D85120AE-6079-E2DE-9F5A-E79785E7F14C}"/>
          </ac:spMkLst>
        </pc:spChg>
        <pc:spChg chg="add mod">
          <ac:chgData name="Akshat Mittal" userId="bbd4e9c548ee0ee5" providerId="LiveId" clId="{7DF01352-C70F-456E-94BB-D4F516E3CA49}" dt="2025-11-30T14:30:50.627" v="1287" actId="20577"/>
          <ac:spMkLst>
            <pc:docMk/>
            <pc:sldMk cId="87819609" sldId="257"/>
            <ac:spMk id="156" creationId="{950F1863-00C9-FA61-43A6-712DA79611C1}"/>
          </ac:spMkLst>
        </pc:spChg>
        <pc:spChg chg="add mod">
          <ac:chgData name="Akshat Mittal" userId="bbd4e9c548ee0ee5" providerId="LiveId" clId="{7DF01352-C70F-456E-94BB-D4F516E3CA49}" dt="2025-11-30T14:30:03.172" v="1198" actId="571"/>
          <ac:spMkLst>
            <pc:docMk/>
            <pc:sldMk cId="87819609" sldId="257"/>
            <ac:spMk id="157" creationId="{430E243E-0592-585B-EDCA-599A45D77D85}"/>
          </ac:spMkLst>
        </pc:spChg>
        <pc:spChg chg="add mod">
          <ac:chgData name="Akshat Mittal" userId="bbd4e9c548ee0ee5" providerId="LiveId" clId="{7DF01352-C70F-456E-94BB-D4F516E3CA49}" dt="2025-11-30T14:30:03.172" v="1198" actId="571"/>
          <ac:spMkLst>
            <pc:docMk/>
            <pc:sldMk cId="87819609" sldId="257"/>
            <ac:spMk id="158" creationId="{336802A8-724D-65AE-9A6B-C0AA9ABB2B1A}"/>
          </ac:spMkLst>
        </pc:spChg>
        <pc:spChg chg="add mod">
          <ac:chgData name="Akshat Mittal" userId="bbd4e9c548ee0ee5" providerId="LiveId" clId="{7DF01352-C70F-456E-94BB-D4F516E3CA49}" dt="2025-11-30T14:30:03.172" v="1198" actId="571"/>
          <ac:spMkLst>
            <pc:docMk/>
            <pc:sldMk cId="87819609" sldId="257"/>
            <ac:spMk id="159" creationId="{B024225A-F8C3-5F6B-84EC-DF9120EA576B}"/>
          </ac:spMkLst>
        </pc:spChg>
        <pc:spChg chg="add mod">
          <ac:chgData name="Akshat Mittal" userId="bbd4e9c548ee0ee5" providerId="LiveId" clId="{7DF01352-C70F-456E-94BB-D4F516E3CA49}" dt="2025-11-30T14:33:11.317" v="1313" actId="14100"/>
          <ac:spMkLst>
            <pc:docMk/>
            <pc:sldMk cId="87819609" sldId="257"/>
            <ac:spMk id="160" creationId="{8E688C92-053A-9372-5A79-D859823A0172}"/>
          </ac:spMkLst>
        </pc:spChg>
        <pc:spChg chg="add mod">
          <ac:chgData name="Akshat Mittal" userId="bbd4e9c548ee0ee5" providerId="LiveId" clId="{7DF01352-C70F-456E-94BB-D4F516E3CA49}" dt="2025-11-30T14:33:36.620" v="1316" actId="108"/>
          <ac:spMkLst>
            <pc:docMk/>
            <pc:sldMk cId="87819609" sldId="257"/>
            <ac:spMk id="161" creationId="{984DCD7F-D239-DF98-D110-67089F47B6C3}"/>
          </ac:spMkLst>
        </pc:spChg>
        <pc:spChg chg="add mod">
          <ac:chgData name="Akshat Mittal" userId="bbd4e9c548ee0ee5" providerId="LiveId" clId="{7DF01352-C70F-456E-94BB-D4F516E3CA49}" dt="2025-11-30T14:34:14.288" v="1340" actId="255"/>
          <ac:spMkLst>
            <pc:docMk/>
            <pc:sldMk cId="87819609" sldId="257"/>
            <ac:spMk id="162" creationId="{92A057CF-C891-B0E9-BB38-C151FAB1E110}"/>
          </ac:spMkLst>
        </pc:spChg>
        <pc:spChg chg="add mod">
          <ac:chgData name="Akshat Mittal" userId="bbd4e9c548ee0ee5" providerId="LiveId" clId="{7DF01352-C70F-456E-94BB-D4F516E3CA49}" dt="2025-11-30T14:34:58.823" v="1364" actId="20577"/>
          <ac:spMkLst>
            <pc:docMk/>
            <pc:sldMk cId="87819609" sldId="257"/>
            <ac:spMk id="163" creationId="{A6CB06E7-32BC-0E69-D5D9-1F6B8A7005C1}"/>
          </ac:spMkLst>
        </pc:spChg>
        <pc:spChg chg="add del mod">
          <ac:chgData name="Akshat Mittal" userId="bbd4e9c548ee0ee5" providerId="LiveId" clId="{7DF01352-C70F-456E-94BB-D4F516E3CA49}" dt="2025-11-30T14:34:51.303" v="1347" actId="478"/>
          <ac:spMkLst>
            <pc:docMk/>
            <pc:sldMk cId="87819609" sldId="257"/>
            <ac:spMk id="164" creationId="{F432865D-0F1D-F5D1-523D-A34AC7389D5E}"/>
          </ac:spMkLst>
        </pc:spChg>
        <pc:spChg chg="add mod">
          <ac:chgData name="Akshat Mittal" userId="bbd4e9c548ee0ee5" providerId="LiveId" clId="{7DF01352-C70F-456E-94BB-D4F516E3CA49}" dt="2025-11-30T14:42:09.115" v="1633" actId="1038"/>
          <ac:spMkLst>
            <pc:docMk/>
            <pc:sldMk cId="87819609" sldId="257"/>
            <ac:spMk id="165" creationId="{61189E85-929D-0786-6A1C-8335174628CB}"/>
          </ac:spMkLst>
        </pc:spChg>
        <pc:spChg chg="add mod">
          <ac:chgData name="Akshat Mittal" userId="bbd4e9c548ee0ee5" providerId="LiveId" clId="{7DF01352-C70F-456E-94BB-D4F516E3CA49}" dt="2025-11-30T14:47:13.916" v="1686" actId="207"/>
          <ac:spMkLst>
            <pc:docMk/>
            <pc:sldMk cId="87819609" sldId="257"/>
            <ac:spMk id="166" creationId="{886849AD-1A93-CA88-0A23-3600C31EEADC}"/>
          </ac:spMkLst>
        </pc:spChg>
        <pc:spChg chg="add mod">
          <ac:chgData name="Akshat Mittal" userId="bbd4e9c548ee0ee5" providerId="LiveId" clId="{7DF01352-C70F-456E-94BB-D4F516E3CA49}" dt="2025-11-30T14:47:13.916" v="1686" actId="207"/>
          <ac:spMkLst>
            <pc:docMk/>
            <pc:sldMk cId="87819609" sldId="257"/>
            <ac:spMk id="167" creationId="{E9A7953D-D235-334B-D105-1B95D953DFC7}"/>
          </ac:spMkLst>
        </pc:spChg>
        <pc:spChg chg="add mod">
          <ac:chgData name="Akshat Mittal" userId="bbd4e9c548ee0ee5" providerId="LiveId" clId="{7DF01352-C70F-456E-94BB-D4F516E3CA49}" dt="2025-11-30T14:39:55.353" v="1573" actId="20577"/>
          <ac:spMkLst>
            <pc:docMk/>
            <pc:sldMk cId="87819609" sldId="257"/>
            <ac:spMk id="168" creationId="{22E47E8D-DF70-38CF-E7C5-CD91071C0E4E}"/>
          </ac:spMkLst>
        </pc:spChg>
        <pc:spChg chg="add mod">
          <ac:chgData name="Akshat Mittal" userId="bbd4e9c548ee0ee5" providerId="LiveId" clId="{7DF01352-C70F-456E-94BB-D4F516E3CA49}" dt="2025-11-30T14:40:06.459" v="1591" actId="20577"/>
          <ac:spMkLst>
            <pc:docMk/>
            <pc:sldMk cId="87819609" sldId="257"/>
            <ac:spMk id="169" creationId="{F26D25F7-BEA0-3F08-D9A6-C0E2FD8F4C49}"/>
          </ac:spMkLst>
        </pc:spChg>
        <pc:spChg chg="add mod">
          <ac:chgData name="Akshat Mittal" userId="bbd4e9c548ee0ee5" providerId="LiveId" clId="{7DF01352-C70F-456E-94BB-D4F516E3CA49}" dt="2025-11-30T14:38:42.791" v="1464" actId="207"/>
          <ac:spMkLst>
            <pc:docMk/>
            <pc:sldMk cId="87819609" sldId="257"/>
            <ac:spMk id="170" creationId="{0AB0EC0E-4E22-EA5B-9907-D88AAC5AC08E}"/>
          </ac:spMkLst>
        </pc:spChg>
        <pc:spChg chg="add mod">
          <ac:chgData name="Akshat Mittal" userId="bbd4e9c548ee0ee5" providerId="LiveId" clId="{7DF01352-C70F-456E-94BB-D4F516E3CA49}" dt="2025-11-30T14:42:21.067" v="1634" actId="1076"/>
          <ac:spMkLst>
            <pc:docMk/>
            <pc:sldMk cId="87819609" sldId="257"/>
            <ac:spMk id="171" creationId="{68243D18-86A8-1DD0-1381-BA6D00308518}"/>
          </ac:spMkLst>
        </pc:spChg>
        <pc:spChg chg="add mod">
          <ac:chgData name="Akshat Mittal" userId="bbd4e9c548ee0ee5" providerId="LiveId" clId="{7DF01352-C70F-456E-94BB-D4F516E3CA49}" dt="2025-11-30T14:40:26.733" v="1613" actId="20577"/>
          <ac:spMkLst>
            <pc:docMk/>
            <pc:sldMk cId="87819609" sldId="257"/>
            <ac:spMk id="172" creationId="{E8043B66-6607-7FC2-0002-FD76B4C00F21}"/>
          </ac:spMkLst>
        </pc:spChg>
        <pc:grpChg chg="add mod">
          <ac:chgData name="Akshat Mittal" userId="bbd4e9c548ee0ee5" providerId="LiveId" clId="{7DF01352-C70F-456E-94BB-D4F516E3CA49}" dt="2025-11-30T13:54:02.157" v="131" actId="1035"/>
          <ac:grpSpMkLst>
            <pc:docMk/>
            <pc:sldMk cId="87819609" sldId="257"/>
            <ac:grpSpMk id="46" creationId="{809446A9-481D-8D37-C084-F20885AEF043}"/>
          </ac:grpSpMkLst>
        </pc:grpChg>
        <pc:picChg chg="add mod">
          <ac:chgData name="Akshat Mittal" userId="bbd4e9c548ee0ee5" providerId="LiveId" clId="{7DF01352-C70F-456E-94BB-D4F516E3CA49}" dt="2025-11-30T13:45:35.900" v="8" actId="1076"/>
          <ac:picMkLst>
            <pc:docMk/>
            <pc:sldMk cId="87819609" sldId="257"/>
            <ac:picMk id="25" creationId="{3518BC0A-5C84-B5A9-16F3-B5DAF507BB8E}"/>
          </ac:picMkLst>
        </pc:picChg>
        <pc:picChg chg="add mod">
          <ac:chgData name="Akshat Mittal" userId="bbd4e9c548ee0ee5" providerId="LiveId" clId="{7DF01352-C70F-456E-94BB-D4F516E3CA49}" dt="2025-11-30T14:05:12.794" v="254" actId="1038"/>
          <ac:picMkLst>
            <pc:docMk/>
            <pc:sldMk cId="87819609" sldId="257"/>
            <ac:picMk id="28" creationId="{BE9936F0-0FBA-D7C2-9BCD-3F59A8197497}"/>
          </ac:picMkLst>
        </pc:picChg>
        <pc:picChg chg="add del mod">
          <ac:chgData name="Akshat Mittal" userId="bbd4e9c548ee0ee5" providerId="LiveId" clId="{7DF01352-C70F-456E-94BB-D4F516E3CA49}" dt="2025-11-30T13:48:49.861" v="34" actId="478"/>
          <ac:picMkLst>
            <pc:docMk/>
            <pc:sldMk cId="87819609" sldId="257"/>
            <ac:picMk id="31" creationId="{F247D845-157E-C5FD-8036-7A57EB640B8A}"/>
          </ac:picMkLst>
        </pc:picChg>
        <pc:picChg chg="add del mod">
          <ac:chgData name="Akshat Mittal" userId="bbd4e9c548ee0ee5" providerId="LiveId" clId="{7DF01352-C70F-456E-94BB-D4F516E3CA49}" dt="2025-11-30T13:48:46.349" v="33" actId="478"/>
          <ac:picMkLst>
            <pc:docMk/>
            <pc:sldMk cId="87819609" sldId="257"/>
            <ac:picMk id="33" creationId="{48660ABA-EEC3-42E8-13F0-D4E5B0BA7C4C}"/>
          </ac:picMkLst>
        </pc:picChg>
        <pc:picChg chg="add del mod">
          <ac:chgData name="Akshat Mittal" userId="bbd4e9c548ee0ee5" providerId="LiveId" clId="{7DF01352-C70F-456E-94BB-D4F516E3CA49}" dt="2025-11-30T13:50:23.884" v="40" actId="478"/>
          <ac:picMkLst>
            <pc:docMk/>
            <pc:sldMk cId="87819609" sldId="257"/>
            <ac:picMk id="35" creationId="{0C41CCAD-78D8-7495-B769-F8A4368AD3F1}"/>
          </ac:picMkLst>
        </pc:picChg>
        <pc:picChg chg="add del mod">
          <ac:chgData name="Akshat Mittal" userId="bbd4e9c548ee0ee5" providerId="LiveId" clId="{7DF01352-C70F-456E-94BB-D4F516E3CA49}" dt="2025-11-30T13:50:17.102" v="39" actId="478"/>
          <ac:picMkLst>
            <pc:docMk/>
            <pc:sldMk cId="87819609" sldId="257"/>
            <ac:picMk id="37" creationId="{3AE86F0C-0A85-FCD3-2C51-6CECD01F31E4}"/>
          </ac:picMkLst>
        </pc:picChg>
        <pc:picChg chg="add mod">
          <ac:chgData name="Akshat Mittal" userId="bbd4e9c548ee0ee5" providerId="LiveId" clId="{7DF01352-C70F-456E-94BB-D4F516E3CA49}" dt="2025-11-30T13:53:56.009" v="115" actId="164"/>
          <ac:picMkLst>
            <pc:docMk/>
            <pc:sldMk cId="87819609" sldId="257"/>
            <ac:picMk id="39" creationId="{7EE48A6C-52DE-8069-1767-18236699F857}"/>
          </ac:picMkLst>
        </pc:picChg>
        <pc:picChg chg="add mod">
          <ac:chgData name="Akshat Mittal" userId="bbd4e9c548ee0ee5" providerId="LiveId" clId="{7DF01352-C70F-456E-94BB-D4F516E3CA49}" dt="2025-11-30T13:53:56.009" v="115" actId="164"/>
          <ac:picMkLst>
            <pc:docMk/>
            <pc:sldMk cId="87819609" sldId="257"/>
            <ac:picMk id="41" creationId="{4C75094B-F2E8-4759-8A09-DB6FEA543AD3}"/>
          </ac:picMkLst>
        </pc:picChg>
        <pc:picChg chg="add mod">
          <ac:chgData name="Akshat Mittal" userId="bbd4e9c548ee0ee5" providerId="LiveId" clId="{7DF01352-C70F-456E-94BB-D4F516E3CA49}" dt="2025-11-30T13:53:56.009" v="115" actId="164"/>
          <ac:picMkLst>
            <pc:docMk/>
            <pc:sldMk cId="87819609" sldId="257"/>
            <ac:picMk id="43" creationId="{423E27D6-E198-3432-57A1-5102799F2E14}"/>
          </ac:picMkLst>
        </pc:picChg>
        <pc:picChg chg="add mod">
          <ac:chgData name="Akshat Mittal" userId="bbd4e9c548ee0ee5" providerId="LiveId" clId="{7DF01352-C70F-456E-94BB-D4F516E3CA49}" dt="2025-11-30T13:53:56.009" v="115" actId="164"/>
          <ac:picMkLst>
            <pc:docMk/>
            <pc:sldMk cId="87819609" sldId="257"/>
            <ac:picMk id="45" creationId="{216E796A-B64C-C729-2A00-F59C31F4E6BD}"/>
          </ac:picMkLst>
        </pc:picChg>
        <pc:picChg chg="add mod">
          <ac:chgData name="Akshat Mittal" userId="bbd4e9c548ee0ee5" providerId="LiveId" clId="{7DF01352-C70F-456E-94BB-D4F516E3CA49}" dt="2025-11-30T14:06:12.117" v="274" actId="1037"/>
          <ac:picMkLst>
            <pc:docMk/>
            <pc:sldMk cId="87819609" sldId="257"/>
            <ac:picMk id="48" creationId="{CCCF5F32-7DF7-3A2C-732F-296664C71613}"/>
          </ac:picMkLst>
        </pc:picChg>
        <pc:picChg chg="add mod modCrop">
          <ac:chgData name="Akshat Mittal" userId="bbd4e9c548ee0ee5" providerId="LiveId" clId="{7DF01352-C70F-456E-94BB-D4F516E3CA49}" dt="2025-11-30T14:17:33.258" v="525" actId="1076"/>
          <ac:picMkLst>
            <pc:docMk/>
            <pc:sldMk cId="87819609" sldId="257"/>
            <ac:picMk id="50" creationId="{5A3A5DB5-FA68-11CD-7221-45E393DD915C}"/>
          </ac:picMkLst>
        </pc:picChg>
        <pc:picChg chg="add mod">
          <ac:chgData name="Akshat Mittal" userId="bbd4e9c548ee0ee5" providerId="LiveId" clId="{7DF01352-C70F-456E-94BB-D4F516E3CA49}" dt="2025-11-30T14:17:30.844" v="524" actId="1076"/>
          <ac:picMkLst>
            <pc:docMk/>
            <pc:sldMk cId="87819609" sldId="257"/>
            <ac:picMk id="52" creationId="{944BE2C3-9F61-9334-74DC-B63016FECC22}"/>
          </ac:picMkLst>
        </pc:picChg>
        <pc:picChg chg="add mod modCrop">
          <ac:chgData name="Akshat Mittal" userId="bbd4e9c548ee0ee5" providerId="LiveId" clId="{7DF01352-C70F-456E-94BB-D4F516E3CA49}" dt="2025-11-30T14:17:26.725" v="523" actId="1076"/>
          <ac:picMkLst>
            <pc:docMk/>
            <pc:sldMk cId="87819609" sldId="257"/>
            <ac:picMk id="55" creationId="{02A9C6EE-2EC4-1238-F27B-53B37079AF6D}"/>
          </ac:picMkLst>
        </pc:picChg>
        <pc:picChg chg="add del mod modCrop">
          <ac:chgData name="Akshat Mittal" userId="bbd4e9c548ee0ee5" providerId="LiveId" clId="{7DF01352-C70F-456E-94BB-D4F516E3CA49}" dt="2025-11-30T14:26:16.109" v="1062" actId="478"/>
          <ac:picMkLst>
            <pc:docMk/>
            <pc:sldMk cId="87819609" sldId="257"/>
            <ac:picMk id="57" creationId="{DA70C795-2599-4C1E-A7F3-A0E14DED6973}"/>
          </ac:picMkLst>
        </pc:picChg>
        <pc:picChg chg="add mod">
          <ac:chgData name="Akshat Mittal" userId="bbd4e9c548ee0ee5" providerId="LiveId" clId="{7DF01352-C70F-456E-94BB-D4F516E3CA49}" dt="2025-11-30T14:00:26.414" v="192" actId="1076"/>
          <ac:picMkLst>
            <pc:docMk/>
            <pc:sldMk cId="87819609" sldId="257"/>
            <ac:picMk id="59" creationId="{70DBC183-4820-199E-06B0-BB3CA1F0459D}"/>
          </ac:picMkLst>
        </pc:picChg>
        <pc:picChg chg="add del mod">
          <ac:chgData name="Akshat Mittal" userId="bbd4e9c548ee0ee5" providerId="LiveId" clId="{7DF01352-C70F-456E-94BB-D4F516E3CA49}" dt="2025-11-30T14:26:16.109" v="1062" actId="478"/>
          <ac:picMkLst>
            <pc:docMk/>
            <pc:sldMk cId="87819609" sldId="257"/>
            <ac:picMk id="61" creationId="{D05A5783-2A4C-6E38-C499-A47A814644EC}"/>
          </ac:picMkLst>
        </pc:picChg>
        <pc:picChg chg="add del mod modCrop">
          <ac:chgData name="Akshat Mittal" userId="bbd4e9c548ee0ee5" providerId="LiveId" clId="{7DF01352-C70F-456E-94BB-D4F516E3CA49}" dt="2025-11-30T14:26:16.109" v="1062" actId="478"/>
          <ac:picMkLst>
            <pc:docMk/>
            <pc:sldMk cId="87819609" sldId="257"/>
            <ac:picMk id="63" creationId="{712F1299-C37F-5491-A1FA-201026CD0166}"/>
          </ac:picMkLst>
        </pc:picChg>
        <pc:picChg chg="add del mod modCrop">
          <ac:chgData name="Akshat Mittal" userId="bbd4e9c548ee0ee5" providerId="LiveId" clId="{7DF01352-C70F-456E-94BB-D4F516E3CA49}" dt="2025-11-30T14:26:16.109" v="1062" actId="478"/>
          <ac:picMkLst>
            <pc:docMk/>
            <pc:sldMk cId="87819609" sldId="257"/>
            <ac:picMk id="65" creationId="{956FAE15-A60B-312D-7B31-42D93634A520}"/>
          </ac:picMkLst>
        </pc:picChg>
        <pc:cxnChg chg="add mod">
          <ac:chgData name="Akshat Mittal" userId="bbd4e9c548ee0ee5" providerId="LiveId" clId="{7DF01352-C70F-456E-94BB-D4F516E3CA49}" dt="2025-11-30T14:06:48.858" v="276" actId="1582"/>
          <ac:cxnSpMkLst>
            <pc:docMk/>
            <pc:sldMk cId="87819609" sldId="257"/>
            <ac:cxnSpMk id="68" creationId="{7A6BAEFB-7FFA-8053-A895-09746C7F1357}"/>
          </ac:cxnSpMkLst>
        </pc:cxnChg>
        <pc:cxnChg chg="add mod">
          <ac:chgData name="Akshat Mittal" userId="bbd4e9c548ee0ee5" providerId="LiveId" clId="{7DF01352-C70F-456E-94BB-D4F516E3CA49}" dt="2025-11-30T14:06:48.858" v="276" actId="1582"/>
          <ac:cxnSpMkLst>
            <pc:docMk/>
            <pc:sldMk cId="87819609" sldId="257"/>
            <ac:cxnSpMk id="69" creationId="{A41C6173-1A04-8CA4-1283-F9F1C5C1B395}"/>
          </ac:cxnSpMkLst>
        </pc:cxnChg>
        <pc:cxnChg chg="add mod">
          <ac:chgData name="Akshat Mittal" userId="bbd4e9c548ee0ee5" providerId="LiveId" clId="{7DF01352-C70F-456E-94BB-D4F516E3CA49}" dt="2025-11-30T14:06:48.858" v="276" actId="1582"/>
          <ac:cxnSpMkLst>
            <pc:docMk/>
            <pc:sldMk cId="87819609" sldId="257"/>
            <ac:cxnSpMk id="72" creationId="{951A1218-C553-4CDB-2B40-65B156E5EB5A}"/>
          </ac:cxnSpMkLst>
        </pc:cxnChg>
        <pc:cxnChg chg="add mod">
          <ac:chgData name="Akshat Mittal" userId="bbd4e9c548ee0ee5" providerId="LiveId" clId="{7DF01352-C70F-456E-94BB-D4F516E3CA49}" dt="2025-11-30T14:06:48.858" v="276" actId="1582"/>
          <ac:cxnSpMkLst>
            <pc:docMk/>
            <pc:sldMk cId="87819609" sldId="257"/>
            <ac:cxnSpMk id="76" creationId="{A17BD463-2749-77A5-5A61-549435DEF4E2}"/>
          </ac:cxnSpMkLst>
        </pc:cxnChg>
        <pc:cxnChg chg="add mod">
          <ac:chgData name="Akshat Mittal" userId="bbd4e9c548ee0ee5" providerId="LiveId" clId="{7DF01352-C70F-456E-94BB-D4F516E3CA49}" dt="2025-11-30T14:18:18.150" v="532" actId="693"/>
          <ac:cxnSpMkLst>
            <pc:docMk/>
            <pc:sldMk cId="87819609" sldId="257"/>
            <ac:cxnSpMk id="80" creationId="{47CF3C24-A26A-130B-6EB9-AAFFA1B2C67C}"/>
          </ac:cxnSpMkLst>
        </pc:cxnChg>
        <pc:cxnChg chg="add mod">
          <ac:chgData name="Akshat Mittal" userId="bbd4e9c548ee0ee5" providerId="LiveId" clId="{7DF01352-C70F-456E-94BB-D4F516E3CA49}" dt="2025-11-30T14:09:01.367" v="342" actId="1038"/>
          <ac:cxnSpMkLst>
            <pc:docMk/>
            <pc:sldMk cId="87819609" sldId="257"/>
            <ac:cxnSpMk id="83" creationId="{9C763DE3-BD60-D07F-7024-55DB93B6053E}"/>
          </ac:cxnSpMkLst>
        </pc:cxnChg>
        <pc:cxnChg chg="add mod">
          <ac:chgData name="Akshat Mittal" userId="bbd4e9c548ee0ee5" providerId="LiveId" clId="{7DF01352-C70F-456E-94BB-D4F516E3CA49}" dt="2025-11-30T14:08:19.347" v="303" actId="1037"/>
          <ac:cxnSpMkLst>
            <pc:docMk/>
            <pc:sldMk cId="87819609" sldId="257"/>
            <ac:cxnSpMk id="86" creationId="{58ACB79E-BA49-4D62-5FA2-A9A5C77C3141}"/>
          </ac:cxnSpMkLst>
        </pc:cxnChg>
        <pc:cxnChg chg="add del mod">
          <ac:chgData name="Akshat Mittal" userId="bbd4e9c548ee0ee5" providerId="LiveId" clId="{7DF01352-C70F-456E-94BB-D4F516E3CA49}" dt="2025-11-30T14:26:16.109" v="1062" actId="478"/>
          <ac:cxnSpMkLst>
            <pc:docMk/>
            <pc:sldMk cId="87819609" sldId="257"/>
            <ac:cxnSpMk id="89" creationId="{24792F8C-EBA7-79F9-5173-A56B54453A06}"/>
          </ac:cxnSpMkLst>
        </pc:cxnChg>
        <pc:cxnChg chg="add mod">
          <ac:chgData name="Akshat Mittal" userId="bbd4e9c548ee0ee5" providerId="LiveId" clId="{7DF01352-C70F-456E-94BB-D4F516E3CA49}" dt="2025-11-30T14:09:08.257" v="343" actId="14100"/>
          <ac:cxnSpMkLst>
            <pc:docMk/>
            <pc:sldMk cId="87819609" sldId="257"/>
            <ac:cxnSpMk id="92" creationId="{A203C86F-CBC8-D855-66B4-30768F02F891}"/>
          </ac:cxnSpMkLst>
        </pc:cxnChg>
        <pc:cxnChg chg="add mod">
          <ac:chgData name="Akshat Mittal" userId="bbd4e9c548ee0ee5" providerId="LiveId" clId="{7DF01352-C70F-456E-94BB-D4F516E3CA49}" dt="2025-11-30T14:17:33.258" v="525" actId="1076"/>
          <ac:cxnSpMkLst>
            <pc:docMk/>
            <pc:sldMk cId="87819609" sldId="257"/>
            <ac:cxnSpMk id="95" creationId="{B40201CC-67F9-990A-10E0-ED6D9C70E2E7}"/>
          </ac:cxnSpMkLst>
        </pc:cxnChg>
        <pc:cxnChg chg="add mod">
          <ac:chgData name="Akshat Mittal" userId="bbd4e9c548ee0ee5" providerId="LiveId" clId="{7DF01352-C70F-456E-94BB-D4F516E3CA49}" dt="2025-11-30T14:17:26.725" v="523" actId="1076"/>
          <ac:cxnSpMkLst>
            <pc:docMk/>
            <pc:sldMk cId="87819609" sldId="257"/>
            <ac:cxnSpMk id="104" creationId="{6910B8C0-2041-C237-5F42-60DA7F6482BE}"/>
          </ac:cxnSpMkLst>
        </pc:cxnChg>
        <pc:cxnChg chg="add mod">
          <ac:chgData name="Akshat Mittal" userId="bbd4e9c548ee0ee5" providerId="LiveId" clId="{7DF01352-C70F-456E-94BB-D4F516E3CA49}" dt="2025-11-30T14:18:02.109" v="531" actId="14100"/>
          <ac:cxnSpMkLst>
            <pc:docMk/>
            <pc:sldMk cId="87819609" sldId="257"/>
            <ac:cxnSpMk id="113" creationId="{D361C036-6AFF-3472-DB26-EE206393CCD2}"/>
          </ac:cxnSpMkLst>
        </pc:cxnChg>
        <pc:cxnChg chg="add mod">
          <ac:chgData name="Akshat Mittal" userId="bbd4e9c548ee0ee5" providerId="LiveId" clId="{7DF01352-C70F-456E-94BB-D4F516E3CA49}" dt="2025-11-30T14:21:25.888" v="737" actId="14100"/>
          <ac:cxnSpMkLst>
            <pc:docMk/>
            <pc:sldMk cId="87819609" sldId="257"/>
            <ac:cxnSpMk id="119" creationId="{406DDA27-B1C2-8261-8E3D-B7ED3AC780D1}"/>
          </ac:cxnSpMkLst>
        </pc:cxnChg>
        <pc:cxnChg chg="add mod">
          <ac:chgData name="Akshat Mittal" userId="bbd4e9c548ee0ee5" providerId="LiveId" clId="{7DF01352-C70F-456E-94BB-D4F516E3CA49}" dt="2025-11-30T14:14:56.620" v="423"/>
          <ac:cxnSpMkLst>
            <pc:docMk/>
            <pc:sldMk cId="87819609" sldId="257"/>
            <ac:cxnSpMk id="124" creationId="{2E53B66C-BCE1-2840-0E20-E3F902680F0B}"/>
          </ac:cxnSpMkLst>
        </pc:cxnChg>
        <pc:cxnChg chg="add del mod">
          <ac:chgData name="Akshat Mittal" userId="bbd4e9c548ee0ee5" providerId="LiveId" clId="{7DF01352-C70F-456E-94BB-D4F516E3CA49}" dt="2025-11-30T14:40:42.438" v="1615" actId="478"/>
          <ac:cxnSpMkLst>
            <pc:docMk/>
            <pc:sldMk cId="87819609" sldId="257"/>
            <ac:cxnSpMk id="174" creationId="{D0622E7F-0881-B3DA-0683-613C8B19444B}"/>
          </ac:cxnSpMkLst>
        </pc:cxnChg>
        <pc:cxnChg chg="add mod">
          <ac:chgData name="Akshat Mittal" userId="bbd4e9c548ee0ee5" providerId="LiveId" clId="{7DF01352-C70F-456E-94BB-D4F516E3CA49}" dt="2025-11-30T14:45:55.952" v="1674" actId="208"/>
          <ac:cxnSpMkLst>
            <pc:docMk/>
            <pc:sldMk cId="87819609" sldId="257"/>
            <ac:cxnSpMk id="176" creationId="{A7C5C29E-3F22-24D7-C877-071588E3E2F7}"/>
          </ac:cxnSpMkLst>
        </pc:cxnChg>
        <pc:cxnChg chg="add mod">
          <ac:chgData name="Akshat Mittal" userId="bbd4e9c548ee0ee5" providerId="LiveId" clId="{7DF01352-C70F-456E-94BB-D4F516E3CA49}" dt="2025-11-30T14:45:55.952" v="1674" actId="208"/>
          <ac:cxnSpMkLst>
            <pc:docMk/>
            <pc:sldMk cId="87819609" sldId="257"/>
            <ac:cxnSpMk id="178" creationId="{9D5D59D4-A1CD-9452-5EEF-A82F06782860}"/>
          </ac:cxnSpMkLst>
        </pc:cxnChg>
        <pc:cxnChg chg="add mod">
          <ac:chgData name="Akshat Mittal" userId="bbd4e9c548ee0ee5" providerId="LiveId" clId="{7DF01352-C70F-456E-94BB-D4F516E3CA49}" dt="2025-11-30T14:41:44.298" v="1627"/>
          <ac:cxnSpMkLst>
            <pc:docMk/>
            <pc:sldMk cId="87819609" sldId="257"/>
            <ac:cxnSpMk id="179" creationId="{55C1A95D-BA83-39E3-A203-F67DB80C18EA}"/>
          </ac:cxnSpMkLst>
        </pc:cxnChg>
        <pc:cxnChg chg="add mod">
          <ac:chgData name="Akshat Mittal" userId="bbd4e9c548ee0ee5" providerId="LiveId" clId="{7DF01352-C70F-456E-94BB-D4F516E3CA49}" dt="2025-11-30T14:45:55.952" v="1674" actId="208"/>
          <ac:cxnSpMkLst>
            <pc:docMk/>
            <pc:sldMk cId="87819609" sldId="257"/>
            <ac:cxnSpMk id="181" creationId="{3FDD6675-A2AE-B0BD-ABEB-8CBE19340F8B}"/>
          </ac:cxnSpMkLst>
        </pc:cxnChg>
        <pc:cxnChg chg="add mod">
          <ac:chgData name="Akshat Mittal" userId="bbd4e9c548ee0ee5" providerId="LiveId" clId="{7DF01352-C70F-456E-94BB-D4F516E3CA49}" dt="2025-11-30T14:45:55.952" v="1674" actId="208"/>
          <ac:cxnSpMkLst>
            <pc:docMk/>
            <pc:sldMk cId="87819609" sldId="257"/>
            <ac:cxnSpMk id="186" creationId="{D8C0B10E-2EDB-C57C-3D89-861201C07B47}"/>
          </ac:cxnSpMkLst>
        </pc:cxnChg>
        <pc:cxnChg chg="add mod">
          <ac:chgData name="Akshat Mittal" userId="bbd4e9c548ee0ee5" providerId="LiveId" clId="{7DF01352-C70F-456E-94BB-D4F516E3CA49}" dt="2025-11-30T14:45:55.952" v="1674" actId="208"/>
          <ac:cxnSpMkLst>
            <pc:docMk/>
            <pc:sldMk cId="87819609" sldId="257"/>
            <ac:cxnSpMk id="188" creationId="{44810D48-EAF5-E6B9-AC3F-A37B1A87852F}"/>
          </ac:cxnSpMkLst>
        </pc:cxnChg>
        <pc:cxnChg chg="add mod">
          <ac:chgData name="Akshat Mittal" userId="bbd4e9c548ee0ee5" providerId="LiveId" clId="{7DF01352-C70F-456E-94BB-D4F516E3CA49}" dt="2025-11-30T14:45:55.952" v="1674" actId="208"/>
          <ac:cxnSpMkLst>
            <pc:docMk/>
            <pc:sldMk cId="87819609" sldId="257"/>
            <ac:cxnSpMk id="190" creationId="{CFDDA8C4-5E33-1A47-03A1-D7F90F64F86E}"/>
          </ac:cxnSpMkLst>
        </pc:cxnChg>
        <pc:cxnChg chg="add mod">
          <ac:chgData name="Akshat Mittal" userId="bbd4e9c548ee0ee5" providerId="LiveId" clId="{7DF01352-C70F-456E-94BB-D4F516E3CA49}" dt="2025-11-30T14:45:55.952" v="1674" actId="208"/>
          <ac:cxnSpMkLst>
            <pc:docMk/>
            <pc:sldMk cId="87819609" sldId="257"/>
            <ac:cxnSpMk id="192" creationId="{3923A3F2-8E64-59D1-7496-3A756F0A508E}"/>
          </ac:cxnSpMkLst>
        </pc:cxnChg>
        <pc:cxnChg chg="add mod">
          <ac:chgData name="Akshat Mittal" userId="bbd4e9c548ee0ee5" providerId="LiveId" clId="{7DF01352-C70F-456E-94BB-D4F516E3CA49}" dt="2025-11-30T14:45:55.952" v="1674" actId="208"/>
          <ac:cxnSpMkLst>
            <pc:docMk/>
            <pc:sldMk cId="87819609" sldId="257"/>
            <ac:cxnSpMk id="194" creationId="{0993CB7E-774A-FC41-9132-B2C2E4C5E72A}"/>
          </ac:cxnSpMkLst>
        </pc:cxnChg>
        <pc:cxnChg chg="add mod">
          <ac:chgData name="Akshat Mittal" userId="bbd4e9c548ee0ee5" providerId="LiveId" clId="{7DF01352-C70F-456E-94BB-D4F516E3CA49}" dt="2025-11-30T14:46:13.533" v="1678" actId="14100"/>
          <ac:cxnSpMkLst>
            <pc:docMk/>
            <pc:sldMk cId="87819609" sldId="257"/>
            <ac:cxnSpMk id="197" creationId="{BD9C687D-2BC1-7B56-3DEA-8135A7FEB905}"/>
          </ac:cxnSpMkLst>
        </pc:cxnChg>
        <pc:cxnChg chg="add mod">
          <ac:chgData name="Akshat Mittal" userId="bbd4e9c548ee0ee5" providerId="LiveId" clId="{7DF01352-C70F-456E-94BB-D4F516E3CA49}" dt="2025-11-30T14:46:48.807" v="1685" actId="14100"/>
          <ac:cxnSpMkLst>
            <pc:docMk/>
            <pc:sldMk cId="87819609" sldId="257"/>
            <ac:cxnSpMk id="201" creationId="{AFD8187C-CE6C-1892-C9C3-57FE4DE9DEC2}"/>
          </ac:cxnSpMkLst>
        </pc:cxnChg>
      </pc:sldChg>
      <pc:sldChg chg="add">
        <pc:chgData name="Akshat Mittal" userId="bbd4e9c548ee0ee5" providerId="LiveId" clId="{7DF01352-C70F-456E-94BB-D4F516E3CA49}" dt="2025-11-30T14:25:08.113" v="1048"/>
        <pc:sldMkLst>
          <pc:docMk/>
          <pc:sldMk cId="794433421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493BE-5BB3-226C-490A-A7C634550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6D1DE8-F7D1-E8DA-630F-D255585A2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FE532-FAA9-538A-445E-56EAABADA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E1607-AC15-DAD9-0D49-FE3B9444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ECCE9-0981-A48E-6785-B81553C6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51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F068-E6CC-6F6A-4C05-84721E3E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4FF5E-5DAE-DA98-CB30-F997450BE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1F7C7-829E-63D9-A04E-0470180B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A85F3-0149-1189-B12E-A0FD0E81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6A8F8-9D58-9AE2-AAAA-7CAFB414A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422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EE19-58D6-9AF4-E9B8-11C68E8CB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56E8E-7509-9E92-0E86-ACCCD016E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02768-B666-A2CF-C584-EDD337C8E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B71E2-9471-A6E3-FE5F-A74DBEF4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20608-D475-91CF-D607-5141EA3E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859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DCAB-1B02-2A3C-B51C-A39958E7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99ECF-7006-E1F3-4AB1-DC628C6D7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B2D3E-02D7-91DC-61BA-517969EE5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9EFC0-0F6D-FA8E-0879-F4C10EB9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21D9B-B68C-FC25-9A02-1045B285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75C51-5FE5-B7A8-9044-31F822AB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831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8317-0398-4E2E-29DA-D317A2A99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B009C-7A6B-7077-D3E1-DD20F1B4A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867F2-9483-264A-3B12-BDFF45732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14084-A22E-F68A-4705-FAD14EDAB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D194B9-3D45-A109-9DAF-4FBA3E061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593810-9358-056B-DCFD-FE0134A31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1014F0-6B44-25CC-5BBF-9BA37EE3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7106A4-7B6C-5126-9382-83070F69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42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B7DF-2735-52ED-B124-384040DE4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0D259-9D7F-A30E-E7D7-E37A16B9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AD1CE-2B53-93B8-8141-AB41E87E3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5B33B-F8C3-D81F-A03A-69545E65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15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CDA77-2B6A-A8D0-C4DC-74C4F48D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018B9-B663-FD76-980C-40AB864F1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3741A-08E0-5C37-9FF1-AF6ACEFA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95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425D-CF9F-108A-9DCF-E5E03882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A7D26-5DAC-E94D-18C8-42E053611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B44C1-4A9A-30E6-6F54-D775BF6B99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0A7C5-2653-E931-0C80-994FB0D2D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B3744-7C6F-C54B-161E-C1325336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D0EA7-E728-83A2-A96F-B63874BA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925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25FC8-8D03-A1AF-CE48-6FBCF1AF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C8F102-7A76-DAAF-6AA5-37D725454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C223-B569-E479-9B20-1FB58520B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B3115-7AA9-A8E9-80FD-12B15572D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C5A2A-BB29-4733-0297-740A2FC8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812AB-FC2B-977D-5909-71E0C9D9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62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8C116-06A2-D9D1-4160-F6E3736C0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4EDD5-78F2-17DB-9DA4-1F34C7913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5B093-07D0-8E4F-10E6-BBE2B223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87FF-A726-F46A-DE0C-29DD50A27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8B65B-CF45-8035-465F-ECAD9B78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63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38454-3F21-3BDC-6D55-39186A12B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D5F88-E02C-89C5-9350-E734406FB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45EF-CC33-93B0-1E3E-CA83E9208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A35B3-554D-ECB5-548E-1C3BB0E0E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2E243-8507-902F-F314-A52A5A74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29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A9A11-9FAB-1AF1-AB1C-9C7964E55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D3BEC-EFB4-2D6E-8AF6-2DE45070B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2FA15-169B-75C4-928B-652278FBA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6FC60-840A-43ED-8292-9C933EFCED15}" type="datetimeFigureOut">
              <a:rPr lang="en-IN" smtClean="0"/>
              <a:t>11/30/2025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3225E-4CDE-A891-870A-2CB6CAEFA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39783-3B18-D816-6398-59F254D17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8DAD6-CC33-40C3-ABD1-618360DDB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565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image" Target="../media/image11.svg"/><Relationship Id="rId26" Type="http://schemas.openxmlformats.org/officeDocument/2006/relationships/hyperlink" Target="https://bosungtea9416.tistory.com/entry/DB-%EC%82%AC%EC%9A%A9%EC%9E%90-PROFILE-%EC%A0%95%EB%B3%B4-%EB%B3%80%EA%B2%BD-%EB%B0%8F-LOCK-%EA%B4%80%EB%A0%A8-%EC%BF%BC%EB%A6%AC" TargetMode="External"/><Relationship Id="rId3" Type="http://schemas.openxmlformats.org/officeDocument/2006/relationships/hyperlink" Target="https://www.freepik.com/premium-vector/chatbot-concept-hand-holding-phone-with-illustration-woman-chatting-with-chat-bot-smartphone-user-chatting-with-chat-bot-smartphone-customer-service-help-vector-illustration_33910130.htm" TargetMode="External"/><Relationship Id="rId21" Type="http://schemas.openxmlformats.org/officeDocument/2006/relationships/image" Target="../media/image14.png"/><Relationship Id="rId34" Type="http://schemas.openxmlformats.org/officeDocument/2006/relationships/image" Target="../media/image22.png"/><Relationship Id="rId7" Type="http://schemas.microsoft.com/office/2007/relationships/hdphoto" Target="../media/hdphoto1.wdp"/><Relationship Id="rId12" Type="http://schemas.openxmlformats.org/officeDocument/2006/relationships/hyperlink" Target="https://smlpoints.com/notes-amazon-web-service-aws-guide-saa-co2-solutions-architect-associate-1.html" TargetMode="External"/><Relationship Id="rId17" Type="http://schemas.openxmlformats.org/officeDocument/2006/relationships/image" Target="../media/image10.png"/><Relationship Id="rId25" Type="http://schemas.openxmlformats.org/officeDocument/2006/relationships/image" Target="../media/image17.png"/><Relationship Id="rId33" Type="http://schemas.openxmlformats.org/officeDocument/2006/relationships/hyperlink" Target="https://noob.tw/docker/" TargetMode="External"/><Relationship Id="rId2" Type="http://schemas.openxmlformats.org/officeDocument/2006/relationships/image" Target="../media/image1.jpg"/><Relationship Id="rId16" Type="http://schemas.openxmlformats.org/officeDocument/2006/relationships/image" Target="../media/image9.svg"/><Relationship Id="rId20" Type="http://schemas.openxmlformats.org/officeDocument/2006/relationships/image" Target="../media/image13.svg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5.jpg"/><Relationship Id="rId24" Type="http://schemas.openxmlformats.org/officeDocument/2006/relationships/hyperlink" Target="https://www.youtube.com/watch?v=zMEaEMPzOws" TargetMode="External"/><Relationship Id="rId32" Type="http://schemas.openxmlformats.org/officeDocument/2006/relationships/image" Target="../media/image21.jpg"/><Relationship Id="rId5" Type="http://schemas.openxmlformats.org/officeDocument/2006/relationships/hyperlink" Target="https://www.h2kinfosys.com/blog/aws-vpc-and-security-groups-explained/" TargetMode="External"/><Relationship Id="rId15" Type="http://schemas.openxmlformats.org/officeDocument/2006/relationships/image" Target="../media/image8.png"/><Relationship Id="rId23" Type="http://schemas.openxmlformats.org/officeDocument/2006/relationships/image" Target="../media/image16.jpg"/><Relationship Id="rId28" Type="http://schemas.openxmlformats.org/officeDocument/2006/relationships/hyperlink" Target="https://medium.com/@blakeromano/aws-opensearch-serverless-vs-provisioned-b5385d6b20d8" TargetMode="External"/><Relationship Id="rId10" Type="http://schemas.openxmlformats.org/officeDocument/2006/relationships/hyperlink" Target="http://commons.wikimedia.org/wiki/File:AWS_Simple_Icons_Networking_Amazon_Elastic_Load_Balancer.svg" TargetMode="External"/><Relationship Id="rId19" Type="http://schemas.openxmlformats.org/officeDocument/2006/relationships/image" Target="../media/image12.png"/><Relationship Id="rId31" Type="http://schemas.openxmlformats.org/officeDocument/2006/relationships/image" Target="../media/image20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openxmlformats.org/officeDocument/2006/relationships/image" Target="../media/image7.svg"/><Relationship Id="rId22" Type="http://schemas.openxmlformats.org/officeDocument/2006/relationships/image" Target="../media/image15.svg"/><Relationship Id="rId27" Type="http://schemas.openxmlformats.org/officeDocument/2006/relationships/image" Target="../media/image18.png"/><Relationship Id="rId30" Type="http://schemas.openxmlformats.org/officeDocument/2006/relationships/hyperlink" Target="https://adrin.info/blog.html" TargetMode="External"/><Relationship Id="rId35" Type="http://schemas.openxmlformats.org/officeDocument/2006/relationships/hyperlink" Target="https://midnightprogrammer.net/post/how-to-create-and-push-your-docker-images-to-azure-container-registry/" TargetMode="External"/><Relationship Id="rId8" Type="http://schemas.openxmlformats.org/officeDocument/2006/relationships/hyperlink" Target="https://blog.alexrusin.com/understanding-aws-security-group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47">
            <a:extLst>
              <a:ext uri="{FF2B5EF4-FFF2-40B4-BE49-F238E27FC236}">
                <a16:creationId xmlns:a16="http://schemas.microsoft.com/office/drawing/2014/main" id="{12B4917F-38C1-2D82-F885-90E70FAF7E67}"/>
              </a:ext>
            </a:extLst>
          </p:cNvPr>
          <p:cNvSpPr txBox="1"/>
          <p:nvPr/>
        </p:nvSpPr>
        <p:spPr>
          <a:xfrm>
            <a:off x="226142" y="153888"/>
            <a:ext cx="6604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State – Solution Architecture (High Level Design)</a:t>
            </a:r>
            <a:endParaRPr lang="en-IN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4D67CDC-4922-66EE-0A4F-B002C070045D}"/>
              </a:ext>
            </a:extLst>
          </p:cNvPr>
          <p:cNvSpPr/>
          <p:nvPr/>
        </p:nvSpPr>
        <p:spPr>
          <a:xfrm>
            <a:off x="3377380" y="804484"/>
            <a:ext cx="5289755" cy="1368445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4596B76-0F16-61CF-A1A8-F196EBE581F0}"/>
              </a:ext>
            </a:extLst>
          </p:cNvPr>
          <p:cNvSpPr txBox="1"/>
          <p:nvPr/>
        </p:nvSpPr>
        <p:spPr>
          <a:xfrm>
            <a:off x="4829229" y="523220"/>
            <a:ext cx="2222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Data Sources</a:t>
            </a:r>
            <a:endParaRPr lang="en-IN" sz="1400" b="1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A2E9C0A-9A99-72BA-F515-261E5883226B}"/>
              </a:ext>
            </a:extLst>
          </p:cNvPr>
          <p:cNvSpPr/>
          <p:nvPr/>
        </p:nvSpPr>
        <p:spPr>
          <a:xfrm>
            <a:off x="2964426" y="2562347"/>
            <a:ext cx="2423652" cy="3051872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0A96C3B7-355D-E6CB-7E15-2D22420CB078}"/>
              </a:ext>
            </a:extLst>
          </p:cNvPr>
          <p:cNvSpPr/>
          <p:nvPr/>
        </p:nvSpPr>
        <p:spPr>
          <a:xfrm>
            <a:off x="6695768" y="2542684"/>
            <a:ext cx="2423652" cy="3051872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0DC5780-EAD4-D9B4-57CA-B07A4626A960}"/>
              </a:ext>
            </a:extLst>
          </p:cNvPr>
          <p:cNvSpPr/>
          <p:nvPr/>
        </p:nvSpPr>
        <p:spPr>
          <a:xfrm>
            <a:off x="3377379" y="5923163"/>
            <a:ext cx="5289754" cy="78094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7A5D9C0-F722-8759-88F7-B9F03C7842C6}"/>
              </a:ext>
            </a:extLst>
          </p:cNvPr>
          <p:cNvSpPr txBox="1"/>
          <p:nvPr/>
        </p:nvSpPr>
        <p:spPr>
          <a:xfrm>
            <a:off x="2557565" y="2283193"/>
            <a:ext cx="3237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Analytics Pipeline - attrition_analytics.py</a:t>
            </a:r>
            <a:endParaRPr lang="en-IN" sz="1400" b="1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85120AE-6079-E2DE-9F5A-E79785E7F14C}"/>
              </a:ext>
            </a:extLst>
          </p:cNvPr>
          <p:cNvSpPr txBox="1"/>
          <p:nvPr/>
        </p:nvSpPr>
        <p:spPr>
          <a:xfrm>
            <a:off x="6335610" y="2293026"/>
            <a:ext cx="3143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HR Assistant Pipeline - hr_assistant.py</a:t>
            </a:r>
            <a:endParaRPr lang="en-IN" sz="14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50F1863-00C9-FA61-43A6-712DA79611C1}"/>
              </a:ext>
            </a:extLst>
          </p:cNvPr>
          <p:cNvSpPr txBox="1"/>
          <p:nvPr/>
        </p:nvSpPr>
        <p:spPr>
          <a:xfrm>
            <a:off x="4911108" y="5631330"/>
            <a:ext cx="2222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Web Application – app.py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E688C92-053A-9372-5A79-D859823A0172}"/>
              </a:ext>
            </a:extLst>
          </p:cNvPr>
          <p:cNvSpPr/>
          <p:nvPr/>
        </p:nvSpPr>
        <p:spPr>
          <a:xfrm>
            <a:off x="3795252" y="973394"/>
            <a:ext cx="1455174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employee_attrition.csv</a:t>
            </a:r>
            <a:endParaRPr lang="en-IN" sz="1400" dirty="0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84DCD7F-D239-DF98-D110-67089F47B6C3}"/>
              </a:ext>
            </a:extLst>
          </p:cNvPr>
          <p:cNvSpPr/>
          <p:nvPr/>
        </p:nvSpPr>
        <p:spPr>
          <a:xfrm>
            <a:off x="6695768" y="972960"/>
            <a:ext cx="1455174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acme_hr_policy.txt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2A057CF-C891-B0E9-BB38-C151FAB1E110}"/>
              </a:ext>
            </a:extLst>
          </p:cNvPr>
          <p:cNvSpPr/>
          <p:nvPr/>
        </p:nvSpPr>
        <p:spPr>
          <a:xfrm>
            <a:off x="3795252" y="1573161"/>
            <a:ext cx="1455174" cy="442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Data Loader and Pandas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6CB06E7-32BC-0E69-D5D9-1F6B8A7005C1}"/>
              </a:ext>
            </a:extLst>
          </p:cNvPr>
          <p:cNvSpPr/>
          <p:nvPr/>
        </p:nvSpPr>
        <p:spPr>
          <a:xfrm>
            <a:off x="6695768" y="1573161"/>
            <a:ext cx="1455174" cy="442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Policy Document</a:t>
            </a:r>
          </a:p>
        </p:txBody>
      </p:sp>
      <p:sp>
        <p:nvSpPr>
          <p:cNvPr id="165" name="Flowchart: Process 164">
            <a:extLst>
              <a:ext uri="{FF2B5EF4-FFF2-40B4-BE49-F238E27FC236}">
                <a16:creationId xmlns:a16="http://schemas.microsoft.com/office/drawing/2014/main" id="{61189E85-929D-0786-6A1C-8335174628CB}"/>
              </a:ext>
            </a:extLst>
          </p:cNvPr>
          <p:cNvSpPr/>
          <p:nvPr/>
        </p:nvSpPr>
        <p:spPr>
          <a:xfrm rot="2708307">
            <a:off x="3740337" y="2839299"/>
            <a:ext cx="955095" cy="977802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886849AD-1A93-CA88-0A23-3600C31EEADC}"/>
              </a:ext>
            </a:extLst>
          </p:cNvPr>
          <p:cNvSpPr/>
          <p:nvPr/>
        </p:nvSpPr>
        <p:spPr>
          <a:xfrm>
            <a:off x="3485324" y="4234545"/>
            <a:ext cx="1455174" cy="44245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Random Forest Model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E9A7953D-D235-334B-D105-1B95D953DFC7}"/>
              </a:ext>
            </a:extLst>
          </p:cNvPr>
          <p:cNvSpPr/>
          <p:nvPr/>
        </p:nvSpPr>
        <p:spPr>
          <a:xfrm>
            <a:off x="7054642" y="4234544"/>
            <a:ext cx="1696067" cy="4621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FAISS Vector Store – Local Cache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22E47E8D-DF70-38CF-E7C5-CD91071C0E4E}"/>
              </a:ext>
            </a:extLst>
          </p:cNvPr>
          <p:cNvSpPr/>
          <p:nvPr/>
        </p:nvSpPr>
        <p:spPr>
          <a:xfrm>
            <a:off x="3485324" y="4924380"/>
            <a:ext cx="1455174" cy="442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Attrition Risk Score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F26D25F7-BEA0-3F08-D9A6-C0E2FD8F4C49}"/>
              </a:ext>
            </a:extLst>
          </p:cNvPr>
          <p:cNvSpPr/>
          <p:nvPr/>
        </p:nvSpPr>
        <p:spPr>
          <a:xfrm>
            <a:off x="7211959" y="4924379"/>
            <a:ext cx="1455174" cy="4424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RAG Query – LLM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AB0EC0E-4E22-EA5B-9907-D88AAC5AC08E}"/>
              </a:ext>
            </a:extLst>
          </p:cNvPr>
          <p:cNvSpPr/>
          <p:nvPr/>
        </p:nvSpPr>
        <p:spPr>
          <a:xfrm>
            <a:off x="7175730" y="3049152"/>
            <a:ext cx="1455174" cy="442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Chunking and Embedding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68243D18-86A8-1DD0-1381-BA6D00308518}"/>
              </a:ext>
            </a:extLst>
          </p:cNvPr>
          <p:cNvSpPr txBox="1"/>
          <p:nvPr/>
        </p:nvSpPr>
        <p:spPr>
          <a:xfrm>
            <a:off x="3795252" y="2962246"/>
            <a:ext cx="11158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Feature Engineering &amp; EDA</a:t>
            </a:r>
            <a:endParaRPr lang="en-IN" sz="1400" dirty="0"/>
          </a:p>
        </p:txBody>
      </p:sp>
      <p:sp>
        <p:nvSpPr>
          <p:cNvPr id="172" name="Rectangle: Rounded Corners 171">
            <a:extLst>
              <a:ext uri="{FF2B5EF4-FFF2-40B4-BE49-F238E27FC236}">
                <a16:creationId xmlns:a16="http://schemas.microsoft.com/office/drawing/2014/main" id="{E8043B66-6607-7FC2-0002-FD76B4C00F21}"/>
              </a:ext>
            </a:extLst>
          </p:cNvPr>
          <p:cNvSpPr/>
          <p:nvPr/>
        </p:nvSpPr>
        <p:spPr>
          <a:xfrm>
            <a:off x="5174222" y="6082582"/>
            <a:ext cx="1696067" cy="46210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solidFill>
                  <a:schemeClr val="tx1"/>
                </a:solidFill>
              </a:rPr>
              <a:t>Streamlit</a:t>
            </a:r>
            <a:r>
              <a:rPr lang="en-IN" sz="1400" dirty="0">
                <a:solidFill>
                  <a:schemeClr val="tx1"/>
                </a:solidFill>
              </a:rPr>
              <a:t> Frontend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A7C5C29E-3F22-24D7-C877-071588E3E2F7}"/>
              </a:ext>
            </a:extLst>
          </p:cNvPr>
          <p:cNvCxnSpPr>
            <a:stCxn id="160" idx="2"/>
            <a:endCxn id="162" idx="0"/>
          </p:cNvCxnSpPr>
          <p:nvPr/>
        </p:nvCxnSpPr>
        <p:spPr>
          <a:xfrm>
            <a:off x="4522839" y="1415845"/>
            <a:ext cx="0" cy="144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9D5D59D4-A1CD-9452-5EEF-A82F06782860}"/>
              </a:ext>
            </a:extLst>
          </p:cNvPr>
          <p:cNvCxnSpPr>
            <a:stCxn id="161" idx="2"/>
            <a:endCxn id="163" idx="0"/>
          </p:cNvCxnSpPr>
          <p:nvPr/>
        </p:nvCxnSpPr>
        <p:spPr>
          <a:xfrm>
            <a:off x="7423355" y="1415411"/>
            <a:ext cx="0" cy="1577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FDD6675-A2AE-B0BD-ABEB-8CBE19340F8B}"/>
              </a:ext>
            </a:extLst>
          </p:cNvPr>
          <p:cNvCxnSpPr>
            <a:cxnSpLocks/>
            <a:endCxn id="166" idx="0"/>
          </p:cNvCxnSpPr>
          <p:nvPr/>
        </p:nvCxnSpPr>
        <p:spPr>
          <a:xfrm>
            <a:off x="4212911" y="4011561"/>
            <a:ext cx="0" cy="222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D8C0B10E-2EDB-C57C-3D89-861201C07B47}"/>
              </a:ext>
            </a:extLst>
          </p:cNvPr>
          <p:cNvCxnSpPr>
            <a:stCxn id="166" idx="2"/>
            <a:endCxn id="168" idx="0"/>
          </p:cNvCxnSpPr>
          <p:nvPr/>
        </p:nvCxnSpPr>
        <p:spPr>
          <a:xfrm>
            <a:off x="4212911" y="4676996"/>
            <a:ext cx="0" cy="2473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4810D48-EAF5-E6B9-AC3F-A37B1A87852F}"/>
              </a:ext>
            </a:extLst>
          </p:cNvPr>
          <p:cNvCxnSpPr>
            <a:stCxn id="170" idx="2"/>
            <a:endCxn id="167" idx="0"/>
          </p:cNvCxnSpPr>
          <p:nvPr/>
        </p:nvCxnSpPr>
        <p:spPr>
          <a:xfrm flipH="1">
            <a:off x="7902676" y="3491603"/>
            <a:ext cx="641" cy="74294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CFDDA8C4-5E33-1A47-03A1-D7F90F64F86E}"/>
              </a:ext>
            </a:extLst>
          </p:cNvPr>
          <p:cNvCxnSpPr>
            <a:stCxn id="167" idx="2"/>
            <a:endCxn id="169" idx="0"/>
          </p:cNvCxnSpPr>
          <p:nvPr/>
        </p:nvCxnSpPr>
        <p:spPr>
          <a:xfrm>
            <a:off x="7902676" y="4696653"/>
            <a:ext cx="0" cy="2277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3923A3F2-8E64-59D1-7496-3A756F0A508E}"/>
              </a:ext>
            </a:extLst>
          </p:cNvPr>
          <p:cNvCxnSpPr>
            <a:cxnSpLocks/>
            <a:stCxn id="162" idx="2"/>
          </p:cNvCxnSpPr>
          <p:nvPr/>
        </p:nvCxnSpPr>
        <p:spPr>
          <a:xfrm rot="5400000">
            <a:off x="4075280" y="2153243"/>
            <a:ext cx="585191" cy="30992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993CB7E-774A-FC41-9132-B2C2E4C5E72A}"/>
              </a:ext>
            </a:extLst>
          </p:cNvPr>
          <p:cNvCxnSpPr>
            <a:cxnSpLocks/>
            <a:stCxn id="163" idx="2"/>
            <a:endCxn id="170" idx="0"/>
          </p:cNvCxnSpPr>
          <p:nvPr/>
        </p:nvCxnSpPr>
        <p:spPr>
          <a:xfrm rot="16200000" flipH="1">
            <a:off x="7146566" y="2292401"/>
            <a:ext cx="1033540" cy="479962"/>
          </a:xfrm>
          <a:prstGeom prst="bentConnector3">
            <a:avLst>
              <a:gd name="adj1" fmla="val 6997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1">
            <a:extLst>
              <a:ext uri="{FF2B5EF4-FFF2-40B4-BE49-F238E27FC236}">
                <a16:creationId xmlns:a16="http://schemas.microsoft.com/office/drawing/2014/main" id="{BD9C687D-2BC1-7B56-3DEA-8135A7FEB905}"/>
              </a:ext>
            </a:extLst>
          </p:cNvPr>
          <p:cNvCxnSpPr>
            <a:cxnSpLocks/>
            <a:stCxn id="168" idx="2"/>
            <a:endCxn id="172" idx="0"/>
          </p:cNvCxnSpPr>
          <p:nvPr/>
        </p:nvCxnSpPr>
        <p:spPr>
          <a:xfrm rot="16200000" flipH="1">
            <a:off x="4759708" y="4820033"/>
            <a:ext cx="715751" cy="1809345"/>
          </a:xfrm>
          <a:prstGeom prst="bentConnector3">
            <a:avLst>
              <a:gd name="adj1" fmla="val 843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1">
            <a:extLst>
              <a:ext uri="{FF2B5EF4-FFF2-40B4-BE49-F238E27FC236}">
                <a16:creationId xmlns:a16="http://schemas.microsoft.com/office/drawing/2014/main" id="{AFD8187C-CE6C-1892-C9C3-57FE4DE9DEC2}"/>
              </a:ext>
            </a:extLst>
          </p:cNvPr>
          <p:cNvCxnSpPr>
            <a:cxnSpLocks/>
            <a:stCxn id="169" idx="2"/>
            <a:endCxn id="172" idx="0"/>
          </p:cNvCxnSpPr>
          <p:nvPr/>
        </p:nvCxnSpPr>
        <p:spPr>
          <a:xfrm rot="5400000">
            <a:off x="6623025" y="4766061"/>
            <a:ext cx="715752" cy="1917290"/>
          </a:xfrm>
          <a:prstGeom prst="bentConnector3">
            <a:avLst>
              <a:gd name="adj1" fmla="val 84342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1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F349-35A7-FC12-6C2F-7BFE8935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7F77D9-FF18-BD2E-6332-07D4AA171EA8}"/>
              </a:ext>
            </a:extLst>
          </p:cNvPr>
          <p:cNvSpPr/>
          <p:nvPr/>
        </p:nvSpPr>
        <p:spPr>
          <a:xfrm>
            <a:off x="137240" y="2391696"/>
            <a:ext cx="1730478" cy="1170038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52B516-6454-2361-F184-AF6F69E3C095}"/>
              </a:ext>
            </a:extLst>
          </p:cNvPr>
          <p:cNvSpPr/>
          <p:nvPr/>
        </p:nvSpPr>
        <p:spPr>
          <a:xfrm>
            <a:off x="2671710" y="1042220"/>
            <a:ext cx="4159045" cy="387391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9CEDDB-B9DC-A68C-58F1-61A240AA6599}"/>
              </a:ext>
            </a:extLst>
          </p:cNvPr>
          <p:cNvSpPr/>
          <p:nvPr/>
        </p:nvSpPr>
        <p:spPr>
          <a:xfrm>
            <a:off x="7634748" y="5014102"/>
            <a:ext cx="4159044" cy="1691498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C69A64-AB09-D5BC-A523-D776196596E7}"/>
              </a:ext>
            </a:extLst>
          </p:cNvPr>
          <p:cNvSpPr/>
          <p:nvPr/>
        </p:nvSpPr>
        <p:spPr>
          <a:xfrm>
            <a:off x="7634747" y="326921"/>
            <a:ext cx="4159045" cy="411725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47688E-F859-7A50-DF7B-334EC601EF2C}"/>
              </a:ext>
            </a:extLst>
          </p:cNvPr>
          <p:cNvSpPr/>
          <p:nvPr/>
        </p:nvSpPr>
        <p:spPr>
          <a:xfrm>
            <a:off x="2671710" y="5309423"/>
            <a:ext cx="2588548" cy="1170038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6208CB-5C37-80BC-521A-4B8C48C3E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2012" t="11176" r="23850" b="18650"/>
          <a:stretch>
            <a:fillRect/>
          </a:stretch>
        </p:blipFill>
        <p:spPr>
          <a:xfrm>
            <a:off x="398208" y="2514599"/>
            <a:ext cx="1069815" cy="9242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1418A3-FCD1-441D-D889-72AB052DE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24562" t="22065" r="19649" b="31284"/>
          <a:stretch>
            <a:fillRect/>
          </a:stretch>
        </p:blipFill>
        <p:spPr>
          <a:xfrm>
            <a:off x="3057832" y="5518526"/>
            <a:ext cx="1264571" cy="5945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5E907CF-463D-3E75-2CCB-2A9C62B4CF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0439" b="74633" l="68751" r="8649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rcRect l="70868" t="48433" r="15724" b="27553"/>
          <a:stretch>
            <a:fillRect/>
          </a:stretch>
        </p:blipFill>
        <p:spPr>
          <a:xfrm>
            <a:off x="4162065" y="5662251"/>
            <a:ext cx="629265" cy="6339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BB101E7-3411-0CB3-5AC5-15A3968F3A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 rot="5400000">
            <a:off x="4322403" y="1259306"/>
            <a:ext cx="739106" cy="7391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E824C7F-C5E6-9971-D791-7DF059DA59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4224121" y="2351240"/>
            <a:ext cx="947649" cy="94764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B784831-C7EF-AB14-7B71-94C3EE78C2B6}"/>
              </a:ext>
            </a:extLst>
          </p:cNvPr>
          <p:cNvGrpSpPr/>
          <p:nvPr/>
        </p:nvGrpSpPr>
        <p:grpSpPr>
          <a:xfrm>
            <a:off x="3146323" y="3559280"/>
            <a:ext cx="1064208" cy="1064208"/>
            <a:chOff x="2920180" y="3637937"/>
            <a:chExt cx="1064208" cy="1064208"/>
          </a:xfrm>
        </p:grpSpPr>
        <p:pic>
          <p:nvPicPr>
            <p:cNvPr id="39" name="Graphic 38" descr="Bar chart with solid fill">
              <a:extLst>
                <a:ext uri="{FF2B5EF4-FFF2-40B4-BE49-F238E27FC236}">
                  <a16:creationId xmlns:a16="http://schemas.microsoft.com/office/drawing/2014/main" id="{6B6593CF-A6D3-1E00-10B5-6CC600716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238385" y="3812818"/>
              <a:ext cx="252000" cy="252000"/>
            </a:xfrm>
            <a:prstGeom prst="rect">
              <a:avLst/>
            </a:prstGeom>
          </p:spPr>
        </p:pic>
        <p:pic>
          <p:nvPicPr>
            <p:cNvPr id="41" name="Graphic 40" descr="Statistics with solid fill">
              <a:extLst>
                <a:ext uri="{FF2B5EF4-FFF2-40B4-BE49-F238E27FC236}">
                  <a16:creationId xmlns:a16="http://schemas.microsoft.com/office/drawing/2014/main" id="{31451355-861A-F4C8-D630-32E67CE7D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112385" y="4026508"/>
              <a:ext cx="252000" cy="252000"/>
            </a:xfrm>
            <a:prstGeom prst="rect">
              <a:avLst/>
            </a:prstGeom>
          </p:spPr>
        </p:pic>
        <p:pic>
          <p:nvPicPr>
            <p:cNvPr id="43" name="Graphic 42" descr="Magnifying glass with solid fill">
              <a:extLst>
                <a:ext uri="{FF2B5EF4-FFF2-40B4-BE49-F238E27FC236}">
                  <a16:creationId xmlns:a16="http://schemas.microsoft.com/office/drawing/2014/main" id="{4B4533F8-C413-E442-1DB6-E9D201EF1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920180" y="3637937"/>
              <a:ext cx="1064208" cy="1064208"/>
            </a:xfrm>
            <a:prstGeom prst="rect">
              <a:avLst/>
            </a:prstGeom>
          </p:spPr>
        </p:pic>
        <p:pic>
          <p:nvPicPr>
            <p:cNvPr id="45" name="Graphic 44" descr="Upward trend with solid fill">
              <a:extLst>
                <a:ext uri="{FF2B5EF4-FFF2-40B4-BE49-F238E27FC236}">
                  <a16:creationId xmlns:a16="http://schemas.microsoft.com/office/drawing/2014/main" id="{FD9E1091-C17B-F28D-EE8D-0C14394A8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324254" y="4021921"/>
              <a:ext cx="252000" cy="252000"/>
            </a:xfrm>
            <a:prstGeom prst="rect">
              <a:avLst/>
            </a:prstGeom>
          </p:spPr>
        </p:pic>
      </p:grpSp>
      <p:pic>
        <p:nvPicPr>
          <p:cNvPr id="48" name="Graphic 47" descr="Chat with solid fill">
            <a:extLst>
              <a:ext uri="{FF2B5EF4-FFF2-40B4-BE49-F238E27FC236}">
                <a16:creationId xmlns:a16="http://schemas.microsoft.com/office/drawing/2014/main" id="{F9CAA272-FA76-4E2A-A65C-4FFE32D4EB5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74270" y="3559280"/>
            <a:ext cx="914400" cy="9144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F9CC719-7F41-EED9-F9BC-28D9815FCD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4"/>
              </a:ext>
            </a:extLst>
          </a:blip>
          <a:srcRect l="74332" t="48103" r="4436" b="12688"/>
          <a:stretch>
            <a:fillRect/>
          </a:stretch>
        </p:blipFill>
        <p:spPr>
          <a:xfrm>
            <a:off x="8326929" y="5108927"/>
            <a:ext cx="501444" cy="56043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B9BB4258-817C-8678-7C76-64C7C017D0E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6"/>
              </a:ext>
            </a:extLst>
          </a:blip>
          <a:stretch>
            <a:fillRect/>
          </a:stretch>
        </p:blipFill>
        <p:spPr>
          <a:xfrm>
            <a:off x="9679184" y="5903753"/>
            <a:ext cx="500400" cy="5004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1B8DFC7-EDEC-3AB4-A239-C267327D955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8"/>
              </a:ext>
            </a:extLst>
          </a:blip>
          <a:srcRect l="29962" t="18026" r="29019" b="12386"/>
          <a:stretch>
            <a:fillRect/>
          </a:stretch>
        </p:blipFill>
        <p:spPr>
          <a:xfrm>
            <a:off x="10698609" y="5095309"/>
            <a:ext cx="577875" cy="560439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C09B67D-1794-8A28-94BB-65F56C3916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0"/>
              </a:ext>
            </a:extLst>
          </a:blip>
          <a:srcRect l="57764" t="18156" r="11371" b="26333"/>
          <a:stretch>
            <a:fillRect/>
          </a:stretch>
        </p:blipFill>
        <p:spPr>
          <a:xfrm>
            <a:off x="9373370" y="1236869"/>
            <a:ext cx="616643" cy="62353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EE1B6990-56D8-69CE-94DB-FB16D2F2904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87574" y="433662"/>
            <a:ext cx="992010" cy="39414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3C4A659-06C0-6C30-A63F-F5EFB7098129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3"/>
              </a:ext>
            </a:extLst>
          </a:blip>
          <a:srcRect l="7884" t="15288" r="56766" b="18770"/>
          <a:stretch>
            <a:fillRect/>
          </a:stretch>
        </p:blipFill>
        <p:spPr>
          <a:xfrm>
            <a:off x="9136102" y="2269464"/>
            <a:ext cx="1113308" cy="703758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20A8F85-5F29-B218-3A91-74E440A5E42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5"/>
              </a:ext>
            </a:extLst>
          </a:blip>
          <a:srcRect l="57101" t="6070" r="17254" b="37096"/>
          <a:stretch>
            <a:fillRect/>
          </a:stretch>
        </p:blipFill>
        <p:spPr>
          <a:xfrm>
            <a:off x="9283016" y="3382282"/>
            <a:ext cx="836118" cy="703758"/>
          </a:xfrm>
          <a:prstGeom prst="rect">
            <a:avLst/>
          </a:prstGeom>
        </p:spPr>
      </p:pic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8F097485-C0AB-784A-E1C2-8CED0CCBD07C}"/>
              </a:ext>
            </a:extLst>
          </p:cNvPr>
          <p:cNvCxnSpPr>
            <a:stCxn id="17" idx="3"/>
            <a:endCxn id="25" idx="2"/>
          </p:cNvCxnSpPr>
          <p:nvPr/>
        </p:nvCxnSpPr>
        <p:spPr>
          <a:xfrm flipV="1">
            <a:off x="1468023" y="1628859"/>
            <a:ext cx="2854380" cy="134785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3B1DF22F-9AE9-B21F-206B-E682BA0BA9C6}"/>
              </a:ext>
            </a:extLst>
          </p:cNvPr>
          <p:cNvCxnSpPr>
            <a:cxnSpLocks/>
            <a:stCxn id="25" idx="3"/>
            <a:endCxn id="28" idx="0"/>
          </p:cNvCxnSpPr>
          <p:nvPr/>
        </p:nvCxnSpPr>
        <p:spPr>
          <a:xfrm rot="16200000" flipH="1">
            <a:off x="4515542" y="2174826"/>
            <a:ext cx="352828" cy="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A7F55D70-6289-590D-002B-E5B2AF862AD7}"/>
              </a:ext>
            </a:extLst>
          </p:cNvPr>
          <p:cNvCxnSpPr>
            <a:cxnSpLocks/>
            <a:stCxn id="28" idx="2"/>
            <a:endCxn id="43" idx="0"/>
          </p:cNvCxnSpPr>
          <p:nvPr/>
        </p:nvCxnSpPr>
        <p:spPr>
          <a:xfrm rot="5400000">
            <a:off x="4057992" y="2919325"/>
            <a:ext cx="260391" cy="101951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915A5B2-571E-7EB8-72A1-A5A99BEE9973}"/>
              </a:ext>
            </a:extLst>
          </p:cNvPr>
          <p:cNvCxnSpPr>
            <a:cxnSpLocks/>
            <a:stCxn id="28" idx="2"/>
            <a:endCxn id="48" idx="0"/>
          </p:cNvCxnSpPr>
          <p:nvPr/>
        </p:nvCxnSpPr>
        <p:spPr>
          <a:xfrm rot="16200000" flipH="1">
            <a:off x="5134513" y="2862322"/>
            <a:ext cx="260391" cy="113352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584DE516-C9FD-4AB5-32AA-7D58A3D71D45}"/>
              </a:ext>
            </a:extLst>
          </p:cNvPr>
          <p:cNvCxnSpPr>
            <a:cxnSpLocks/>
            <a:stCxn id="11" idx="3"/>
            <a:endCxn id="25" idx="0"/>
          </p:cNvCxnSpPr>
          <p:nvPr/>
        </p:nvCxnSpPr>
        <p:spPr>
          <a:xfrm flipH="1" flipV="1">
            <a:off x="5061509" y="1628859"/>
            <a:ext cx="198749" cy="4265583"/>
          </a:xfrm>
          <a:prstGeom prst="bentConnector3">
            <a:avLst>
              <a:gd name="adj1" fmla="val -956021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6ADC9251-82DD-A522-5B0D-CE5A36C7E3F8}"/>
              </a:ext>
            </a:extLst>
          </p:cNvPr>
          <p:cNvCxnSpPr>
            <a:cxnSpLocks/>
            <a:stCxn id="65" idx="2"/>
            <a:endCxn id="28" idx="3"/>
          </p:cNvCxnSpPr>
          <p:nvPr/>
        </p:nvCxnSpPr>
        <p:spPr>
          <a:xfrm rot="5400000" flipH="1">
            <a:off x="6805935" y="1190901"/>
            <a:ext cx="1260975" cy="4529305"/>
          </a:xfrm>
          <a:prstGeom prst="bentConnector4">
            <a:avLst>
              <a:gd name="adj1" fmla="val -18129"/>
              <a:gd name="adj2" fmla="val 5461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52D832D1-B731-A0A0-3A67-A0995EA8D324}"/>
              </a:ext>
            </a:extLst>
          </p:cNvPr>
          <p:cNvCxnSpPr>
            <a:cxnSpLocks/>
            <a:stCxn id="61" idx="2"/>
            <a:endCxn id="57" idx="0"/>
          </p:cNvCxnSpPr>
          <p:nvPr/>
        </p:nvCxnSpPr>
        <p:spPr>
          <a:xfrm rot="5400000">
            <a:off x="9478106" y="1031396"/>
            <a:ext cx="409060" cy="1887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B09CB4EC-A1EF-2BEA-9185-7A7059421603}"/>
              </a:ext>
            </a:extLst>
          </p:cNvPr>
          <p:cNvCxnSpPr>
            <a:cxnSpLocks/>
            <a:stCxn id="57" idx="2"/>
            <a:endCxn id="63" idx="0"/>
          </p:cNvCxnSpPr>
          <p:nvPr/>
        </p:nvCxnSpPr>
        <p:spPr>
          <a:xfrm rot="16200000" flipH="1">
            <a:off x="9477162" y="2064934"/>
            <a:ext cx="409060" cy="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669161B1-E835-7CF1-952A-5D046C034ABA}"/>
              </a:ext>
            </a:extLst>
          </p:cNvPr>
          <p:cNvCxnSpPr>
            <a:cxnSpLocks/>
            <a:stCxn id="63" idx="2"/>
            <a:endCxn id="65" idx="0"/>
          </p:cNvCxnSpPr>
          <p:nvPr/>
        </p:nvCxnSpPr>
        <p:spPr>
          <a:xfrm rot="16200000" flipH="1">
            <a:off x="9488226" y="3177751"/>
            <a:ext cx="409060" cy="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5D4A5A02-619B-57A5-AD1D-F9D9E6F7C611}"/>
              </a:ext>
            </a:extLst>
          </p:cNvPr>
          <p:cNvCxnSpPr>
            <a:cxnSpLocks/>
            <a:stCxn id="50" idx="0"/>
            <a:endCxn id="45" idx="2"/>
          </p:cNvCxnSpPr>
          <p:nvPr/>
        </p:nvCxnSpPr>
        <p:spPr>
          <a:xfrm rot="16200000" flipV="1">
            <a:off x="5670193" y="2201469"/>
            <a:ext cx="913663" cy="4901254"/>
          </a:xfrm>
          <a:prstGeom prst="bentConnector3">
            <a:avLst>
              <a:gd name="adj1" fmla="val 50000"/>
            </a:avLst>
          </a:prstGeom>
          <a:ln w="19050">
            <a:solidFill>
              <a:srgbClr val="4472C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: Elbow 103">
            <a:extLst>
              <a:ext uri="{FF2B5EF4-FFF2-40B4-BE49-F238E27FC236}">
                <a16:creationId xmlns:a16="http://schemas.microsoft.com/office/drawing/2014/main" id="{3B8135A0-7C9B-91CF-35BA-F4744228262D}"/>
              </a:ext>
            </a:extLst>
          </p:cNvPr>
          <p:cNvCxnSpPr>
            <a:cxnSpLocks/>
            <a:stCxn id="55" idx="0"/>
            <a:endCxn id="48" idx="1"/>
          </p:cNvCxnSpPr>
          <p:nvPr/>
        </p:nvCxnSpPr>
        <p:spPr>
          <a:xfrm rot="16200000" flipV="1">
            <a:off x="7641495" y="1749256"/>
            <a:ext cx="1078829" cy="5613277"/>
          </a:xfrm>
          <a:prstGeom prst="bentConnector4">
            <a:avLst>
              <a:gd name="adj1" fmla="val 28810"/>
              <a:gd name="adj2" fmla="val 104072"/>
            </a:avLst>
          </a:prstGeom>
          <a:ln w="19050">
            <a:solidFill>
              <a:srgbClr val="4472C4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BC280CEF-257C-0C59-DCA4-B4B1C5BA3603}"/>
              </a:ext>
            </a:extLst>
          </p:cNvPr>
          <p:cNvCxnSpPr>
            <a:cxnSpLocks/>
            <a:stCxn id="43" idx="1"/>
            <a:endCxn id="52" idx="2"/>
          </p:cNvCxnSpPr>
          <p:nvPr/>
        </p:nvCxnSpPr>
        <p:spPr>
          <a:xfrm rot="10800000" flipH="1" flipV="1">
            <a:off x="3146322" y="4091383"/>
            <a:ext cx="6783061" cy="2312769"/>
          </a:xfrm>
          <a:prstGeom prst="bentConnector4">
            <a:avLst>
              <a:gd name="adj1" fmla="val -10473"/>
              <a:gd name="adj2" fmla="val 109884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Elbow 118">
            <a:extLst>
              <a:ext uri="{FF2B5EF4-FFF2-40B4-BE49-F238E27FC236}">
                <a16:creationId xmlns:a16="http://schemas.microsoft.com/office/drawing/2014/main" id="{1CABBFFC-3964-9125-6339-A6CE85D89BD3}"/>
              </a:ext>
            </a:extLst>
          </p:cNvPr>
          <p:cNvCxnSpPr>
            <a:cxnSpLocks/>
            <a:stCxn id="48" idx="3"/>
            <a:endCxn id="52" idx="1"/>
          </p:cNvCxnSpPr>
          <p:nvPr/>
        </p:nvCxnSpPr>
        <p:spPr>
          <a:xfrm>
            <a:off x="6288670" y="4016480"/>
            <a:ext cx="3390514" cy="2137473"/>
          </a:xfrm>
          <a:prstGeom prst="bentConnector3">
            <a:avLst>
              <a:gd name="adj1" fmla="val 34630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9012AC55-6316-4FD7-661C-A715D4993B57}"/>
              </a:ext>
            </a:extLst>
          </p:cNvPr>
          <p:cNvSpPr txBox="1"/>
          <p:nvPr/>
        </p:nvSpPr>
        <p:spPr>
          <a:xfrm>
            <a:off x="107744" y="3559280"/>
            <a:ext cx="1777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User – Secure Web Access</a:t>
            </a:r>
            <a:endParaRPr lang="en-IN" sz="1100" b="1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8F16A4B-EAF6-8FF7-B60A-EA9E53E14D83}"/>
              </a:ext>
            </a:extLst>
          </p:cNvPr>
          <p:cNvSpPr txBox="1"/>
          <p:nvPr/>
        </p:nvSpPr>
        <p:spPr>
          <a:xfrm>
            <a:off x="107744" y="2118204"/>
            <a:ext cx="1777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End User</a:t>
            </a:r>
            <a:endParaRPr lang="en-IN" sz="1400" b="1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5BE4849-A084-3964-0101-6690E15E8FF5}"/>
              </a:ext>
            </a:extLst>
          </p:cNvPr>
          <p:cNvSpPr txBox="1"/>
          <p:nvPr/>
        </p:nvSpPr>
        <p:spPr>
          <a:xfrm>
            <a:off x="3057832" y="5014102"/>
            <a:ext cx="1777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Infrastructure</a:t>
            </a:r>
            <a:endParaRPr lang="en-IN" sz="1400" b="1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031DEFE-294F-F13A-F1FB-C7AFEE2556A2}"/>
              </a:ext>
            </a:extLst>
          </p:cNvPr>
          <p:cNvSpPr txBox="1"/>
          <p:nvPr/>
        </p:nvSpPr>
        <p:spPr>
          <a:xfrm>
            <a:off x="3802397" y="716192"/>
            <a:ext cx="1777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Application Layer</a:t>
            </a:r>
            <a:endParaRPr lang="en-IN" sz="14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1C282DE-0DDD-9C5A-F9C9-833B8DB1FD17}"/>
              </a:ext>
            </a:extLst>
          </p:cNvPr>
          <p:cNvSpPr txBox="1"/>
          <p:nvPr/>
        </p:nvSpPr>
        <p:spPr>
          <a:xfrm>
            <a:off x="8828373" y="0"/>
            <a:ext cx="1777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CI/ CD Pipeline</a:t>
            </a:r>
            <a:endParaRPr lang="en-IN" sz="14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0350D51-87FD-2D8A-CB62-DB5CC02DA815}"/>
              </a:ext>
            </a:extLst>
          </p:cNvPr>
          <p:cNvSpPr txBox="1"/>
          <p:nvPr/>
        </p:nvSpPr>
        <p:spPr>
          <a:xfrm>
            <a:off x="8604816" y="4732838"/>
            <a:ext cx="22222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Data and Storage Layer</a:t>
            </a:r>
            <a:endParaRPr lang="en-IN" sz="14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7029F5B7-BFD4-A1B4-1B5A-CEF18CE8BB57}"/>
              </a:ext>
            </a:extLst>
          </p:cNvPr>
          <p:cNvSpPr txBox="1"/>
          <p:nvPr/>
        </p:nvSpPr>
        <p:spPr>
          <a:xfrm>
            <a:off x="4813739" y="1856594"/>
            <a:ext cx="1777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Application Load Balancer</a:t>
            </a:r>
            <a:endParaRPr lang="en-IN" sz="1100" b="1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F5C654B-00C2-FC18-797F-8E674C1285AF}"/>
              </a:ext>
            </a:extLst>
          </p:cNvPr>
          <p:cNvSpPr txBox="1"/>
          <p:nvPr/>
        </p:nvSpPr>
        <p:spPr>
          <a:xfrm>
            <a:off x="4759954" y="3202372"/>
            <a:ext cx="1777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AWS Fargate - Orchestrator</a:t>
            </a:r>
            <a:endParaRPr lang="en-IN" sz="1100" b="1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EF80E13-661F-97B6-5061-628EB190DA2D}"/>
              </a:ext>
            </a:extLst>
          </p:cNvPr>
          <p:cNvSpPr txBox="1"/>
          <p:nvPr/>
        </p:nvSpPr>
        <p:spPr>
          <a:xfrm>
            <a:off x="2724448" y="4440988"/>
            <a:ext cx="1235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Attrition Analytics Service</a:t>
            </a:r>
            <a:endParaRPr lang="en-IN" sz="11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2F1D398-0145-289A-9797-E5F215C5D1B9}"/>
              </a:ext>
            </a:extLst>
          </p:cNvPr>
          <p:cNvSpPr txBox="1"/>
          <p:nvPr/>
        </p:nvSpPr>
        <p:spPr>
          <a:xfrm>
            <a:off x="5281290" y="4265045"/>
            <a:ext cx="1235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HR Assistant Service</a:t>
            </a:r>
            <a:endParaRPr lang="en-IN" sz="11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3EE0DD2-F495-E19A-0A2D-ED6836CDB933}"/>
              </a:ext>
            </a:extLst>
          </p:cNvPr>
          <p:cNvSpPr txBox="1"/>
          <p:nvPr/>
        </p:nvSpPr>
        <p:spPr>
          <a:xfrm>
            <a:off x="3090093" y="6105829"/>
            <a:ext cx="1235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VPC &amp; Security Groups</a:t>
            </a:r>
            <a:endParaRPr lang="en-IN" sz="11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F873AA3-E4CC-1342-2269-EC73002782F5}"/>
              </a:ext>
            </a:extLst>
          </p:cNvPr>
          <p:cNvSpPr txBox="1"/>
          <p:nvPr/>
        </p:nvSpPr>
        <p:spPr>
          <a:xfrm>
            <a:off x="7806608" y="5682146"/>
            <a:ext cx="14861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AWS S3 – Data Lake/ Data Source Files</a:t>
            </a:r>
            <a:endParaRPr lang="en-IN" sz="1100" b="1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9DFA87D-AB69-0A20-F0EF-C0D87D8C397D}"/>
              </a:ext>
            </a:extLst>
          </p:cNvPr>
          <p:cNvSpPr txBox="1"/>
          <p:nvPr/>
        </p:nvSpPr>
        <p:spPr>
          <a:xfrm>
            <a:off x="10244456" y="5654618"/>
            <a:ext cx="14861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AWS </a:t>
            </a:r>
            <a:r>
              <a:rPr lang="en-US" sz="1100" b="1" dirty="0" err="1"/>
              <a:t>Opensearch</a:t>
            </a:r>
            <a:r>
              <a:rPr lang="en-US" sz="1100" b="1" dirty="0"/>
              <a:t> – Vector Database</a:t>
            </a:r>
            <a:endParaRPr lang="en-IN" sz="11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E8C9751-AAB5-3708-F75C-FF1ECE8A4B88}"/>
              </a:ext>
            </a:extLst>
          </p:cNvPr>
          <p:cNvSpPr txBox="1"/>
          <p:nvPr/>
        </p:nvSpPr>
        <p:spPr>
          <a:xfrm>
            <a:off x="9863181" y="6315635"/>
            <a:ext cx="16624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AWS RDS – Metadata/ User Session</a:t>
            </a:r>
            <a:endParaRPr lang="en-IN" sz="11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52ED9CF-B6B6-E39F-3F31-D8E7A2CF0CD4}"/>
              </a:ext>
            </a:extLst>
          </p:cNvPr>
          <p:cNvSpPr txBox="1"/>
          <p:nvPr/>
        </p:nvSpPr>
        <p:spPr>
          <a:xfrm>
            <a:off x="9863181" y="766757"/>
            <a:ext cx="14861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Developer Push Code</a:t>
            </a:r>
            <a:endParaRPr lang="en-IN" sz="1100" b="1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480146D-1D97-8402-EAFB-BA9416A94DF6}"/>
              </a:ext>
            </a:extLst>
          </p:cNvPr>
          <p:cNvSpPr txBox="1"/>
          <p:nvPr/>
        </p:nvSpPr>
        <p:spPr>
          <a:xfrm>
            <a:off x="9801563" y="1831093"/>
            <a:ext cx="14861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Code Pipeline – </a:t>
            </a:r>
            <a:r>
              <a:rPr lang="en-US" sz="1100" b="1" dirty="0" err="1"/>
              <a:t>Github</a:t>
            </a:r>
            <a:r>
              <a:rPr lang="en-US" sz="1100" b="1" dirty="0"/>
              <a:t> Actions</a:t>
            </a:r>
            <a:endParaRPr lang="en-IN" sz="1100" b="1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4074FB8-56A2-ABA4-4E19-ADFE88A0EA38}"/>
              </a:ext>
            </a:extLst>
          </p:cNvPr>
          <p:cNvSpPr txBox="1"/>
          <p:nvPr/>
        </p:nvSpPr>
        <p:spPr>
          <a:xfrm>
            <a:off x="9916060" y="2807066"/>
            <a:ext cx="14861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Build Docker Image</a:t>
            </a:r>
            <a:endParaRPr lang="en-IN" sz="1100" b="1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EF35583-C0C9-D50D-21D6-1462B048C14D}"/>
              </a:ext>
            </a:extLst>
          </p:cNvPr>
          <p:cNvSpPr txBox="1"/>
          <p:nvPr/>
        </p:nvSpPr>
        <p:spPr>
          <a:xfrm>
            <a:off x="9947225" y="3938894"/>
            <a:ext cx="14861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Amazon ECR – Container Registry</a:t>
            </a:r>
            <a:endParaRPr lang="en-IN" sz="1100" b="1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A209843-DEE1-3EBC-2598-BDCB27FE64F9}"/>
              </a:ext>
            </a:extLst>
          </p:cNvPr>
          <p:cNvSpPr txBox="1"/>
          <p:nvPr/>
        </p:nvSpPr>
        <p:spPr>
          <a:xfrm>
            <a:off x="226142" y="153888"/>
            <a:ext cx="6604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Cloud Deployed – Solution Architecture (High Level Design)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433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160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 Mittal</dc:creator>
  <cp:lastModifiedBy>Akshat Mittal</cp:lastModifiedBy>
  <cp:revision>1</cp:revision>
  <dcterms:created xsi:type="dcterms:W3CDTF">2025-11-30T13:28:32Z</dcterms:created>
  <dcterms:modified xsi:type="dcterms:W3CDTF">2025-11-30T14:47:16Z</dcterms:modified>
</cp:coreProperties>
</file>